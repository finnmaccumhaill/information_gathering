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5"/>
  </p:notesMasterIdLst>
  <p:sldIdLst>
    <p:sldId id="256" r:id="rId2"/>
    <p:sldId id="280" r:id="rId3"/>
    <p:sldId id="257" r:id="rId4"/>
    <p:sldId id="277" r:id="rId5"/>
    <p:sldId id="258" r:id="rId6"/>
    <p:sldId id="259" r:id="rId7"/>
    <p:sldId id="260" r:id="rId8"/>
    <p:sldId id="262" r:id="rId9"/>
    <p:sldId id="278" r:id="rId10"/>
    <p:sldId id="279" r:id="rId11"/>
    <p:sldId id="268" r:id="rId12"/>
    <p:sldId id="274" r:id="rId13"/>
    <p:sldId id="275" r:id="rId14"/>
  </p:sldIdLst>
  <p:sldSz cx="18288000" cy="10287000"/>
  <p:notesSz cx="6858000" cy="9144000"/>
  <p:embeddedFontLst>
    <p:embeddedFont>
      <p:font typeface="Montserrat" panose="00000500000000000000" pitchFamily="2" charset="0"/>
      <p:regular r:id="rId16"/>
      <p:bold r:id="rId17"/>
      <p:italic r:id="rId18"/>
      <p:boldItalic r:id="rId19"/>
    </p:embeddedFont>
    <p:embeddedFont>
      <p:font typeface="Teko" panose="020B060402020202020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074" y="22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a:extLst>
            <a:ext uri="{FF2B5EF4-FFF2-40B4-BE49-F238E27FC236}">
              <a16:creationId xmlns:a16="http://schemas.microsoft.com/office/drawing/2014/main" id="{0BB334D3-9890-782D-85BD-14B842D978A8}"/>
            </a:ext>
          </a:extLst>
        </p:cNvPr>
        <p:cNvGrpSpPr/>
        <p:nvPr/>
      </p:nvGrpSpPr>
      <p:grpSpPr>
        <a:xfrm>
          <a:off x="0" y="0"/>
          <a:ext cx="0" cy="0"/>
          <a:chOff x="0" y="0"/>
          <a:chExt cx="0" cy="0"/>
        </a:xfrm>
      </p:grpSpPr>
      <p:sp>
        <p:nvSpPr>
          <p:cNvPr id="714" name="Google Shape;714;p20:notes">
            <a:extLst>
              <a:ext uri="{FF2B5EF4-FFF2-40B4-BE49-F238E27FC236}">
                <a16:creationId xmlns:a16="http://schemas.microsoft.com/office/drawing/2014/main" id="{E8D5D578-67A7-B37E-6670-0F94F128E8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5" name="Google Shape;715;p20:notes">
            <a:extLst>
              <a:ext uri="{FF2B5EF4-FFF2-40B4-BE49-F238E27FC236}">
                <a16:creationId xmlns:a16="http://schemas.microsoft.com/office/drawing/2014/main" id="{7BECECB8-D999-6AE0-AC75-8EBE8781B7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9308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74973FE-23A1-6780-3637-8E924A8D9380}"/>
            </a:ext>
          </a:extLst>
        </p:cNvPr>
        <p:cNvGrpSpPr/>
        <p:nvPr/>
      </p:nvGrpSpPr>
      <p:grpSpPr>
        <a:xfrm>
          <a:off x="0" y="0"/>
          <a:ext cx="0" cy="0"/>
          <a:chOff x="0" y="0"/>
          <a:chExt cx="0" cy="0"/>
        </a:xfrm>
      </p:grpSpPr>
      <p:sp>
        <p:nvSpPr>
          <p:cNvPr id="127" name="Google Shape;127;p2:notes">
            <a:extLst>
              <a:ext uri="{FF2B5EF4-FFF2-40B4-BE49-F238E27FC236}">
                <a16:creationId xmlns:a16="http://schemas.microsoft.com/office/drawing/2014/main" id="{EFF8760A-74A2-7543-BFD1-6AABE16D95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2:notes">
            <a:extLst>
              <a:ext uri="{FF2B5EF4-FFF2-40B4-BE49-F238E27FC236}">
                <a16:creationId xmlns:a16="http://schemas.microsoft.com/office/drawing/2014/main" id="{3D7638F9-9310-5BA0-1736-D4854771A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60358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a:extLst>
            <a:ext uri="{FF2B5EF4-FFF2-40B4-BE49-F238E27FC236}">
              <a16:creationId xmlns:a16="http://schemas.microsoft.com/office/drawing/2014/main" id="{E3051B06-8CC5-F449-E7BB-06034952884A}"/>
            </a:ext>
          </a:extLst>
        </p:cNvPr>
        <p:cNvGrpSpPr/>
        <p:nvPr/>
      </p:nvGrpSpPr>
      <p:grpSpPr>
        <a:xfrm>
          <a:off x="0" y="0"/>
          <a:ext cx="0" cy="0"/>
          <a:chOff x="0" y="0"/>
          <a:chExt cx="0" cy="0"/>
        </a:xfrm>
      </p:grpSpPr>
      <p:sp>
        <p:nvSpPr>
          <p:cNvPr id="275" name="Google Shape;275;p6:notes">
            <a:extLst>
              <a:ext uri="{FF2B5EF4-FFF2-40B4-BE49-F238E27FC236}">
                <a16:creationId xmlns:a16="http://schemas.microsoft.com/office/drawing/2014/main" id="{FD0B39AA-5625-A8A5-EA1C-B2A274AC10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6:notes">
            <a:extLst>
              <a:ext uri="{FF2B5EF4-FFF2-40B4-BE49-F238E27FC236}">
                <a16:creationId xmlns:a16="http://schemas.microsoft.com/office/drawing/2014/main" id="{34D23CD8-3498-880D-D823-C5CDD95BB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142173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a:extLst>
            <a:ext uri="{FF2B5EF4-FFF2-40B4-BE49-F238E27FC236}">
              <a16:creationId xmlns:a16="http://schemas.microsoft.com/office/drawing/2014/main" id="{C9A246D1-C7F4-1B3C-4C54-37B3998FB661}"/>
            </a:ext>
          </a:extLst>
        </p:cNvPr>
        <p:cNvGrpSpPr/>
        <p:nvPr/>
      </p:nvGrpSpPr>
      <p:grpSpPr>
        <a:xfrm>
          <a:off x="0" y="0"/>
          <a:ext cx="0" cy="0"/>
          <a:chOff x="0" y="0"/>
          <a:chExt cx="0" cy="0"/>
        </a:xfrm>
      </p:grpSpPr>
      <p:sp>
        <p:nvSpPr>
          <p:cNvPr id="275" name="Google Shape;275;p6:notes">
            <a:extLst>
              <a:ext uri="{FF2B5EF4-FFF2-40B4-BE49-F238E27FC236}">
                <a16:creationId xmlns:a16="http://schemas.microsoft.com/office/drawing/2014/main" id="{0483DDDD-F710-E36B-90BE-5C17C35465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6:notes">
            <a:extLst>
              <a:ext uri="{FF2B5EF4-FFF2-40B4-BE49-F238E27FC236}">
                <a16:creationId xmlns:a16="http://schemas.microsoft.com/office/drawing/2014/main" id="{68817C74-4F32-DD6A-F7B7-668251B5E7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58464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5" name="Google Shape;70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5" name="Google Shape;71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
          <p:cNvSpPr txBox="1">
            <a:spLocks noGrp="1"/>
          </p:cNvSpPr>
          <p:nvPr>
            <p:ph type="body" idx="1"/>
          </p:nvPr>
        </p:nvSpPr>
        <p:spPr>
          <a:xfrm>
            <a:off x="5920175" y="5133325"/>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grpSp>
        <p:nvGrpSpPr>
          <p:cNvPr id="21" name="Google Shape;21;p4"/>
          <p:cNvGrpSpPr/>
          <p:nvPr/>
        </p:nvGrpSpPr>
        <p:grpSpPr>
          <a:xfrm>
            <a:off x="463151" y="452860"/>
            <a:ext cx="2939055" cy="698967"/>
            <a:chOff x="0" y="0"/>
            <a:chExt cx="3918740" cy="931956"/>
          </a:xfrm>
        </p:grpSpPr>
        <p:grpSp>
          <p:nvGrpSpPr>
            <p:cNvPr id="22" name="Google Shape;22;p4"/>
            <p:cNvGrpSpPr/>
            <p:nvPr/>
          </p:nvGrpSpPr>
          <p:grpSpPr>
            <a:xfrm>
              <a:off x="0" y="0"/>
              <a:ext cx="931956" cy="931956"/>
              <a:chOff x="0" y="0"/>
              <a:chExt cx="812800" cy="812800"/>
            </a:xfrm>
          </p:grpSpPr>
          <p:sp>
            <p:nvSpPr>
              <p:cNvPr id="23" name="Google Shape;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 name="Google Shape;25;p4"/>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txBody>
            <a:bodyPr/>
            <a:lstStyle/>
            <a:p>
              <a:endParaRPr lang="en-IN"/>
            </a:p>
          </p:txBody>
        </p:sp>
        <p:sp>
          <p:nvSpPr>
            <p:cNvPr id="26" name="Google Shape;26;p4"/>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pic>
        <p:nvPicPr>
          <p:cNvPr id="28" name="Google Shape;28;p5"/>
          <p:cNvPicPr preferRelativeResize="0"/>
          <p:nvPr/>
        </p:nvPicPr>
        <p:blipFill>
          <a:blip r:embed="rId2">
            <a:alphaModFix/>
          </a:blip>
          <a:stretch>
            <a:fillRect/>
          </a:stretch>
        </p:blipFill>
        <p:spPr>
          <a:xfrm>
            <a:off x="-517482" y="0"/>
            <a:ext cx="19012818" cy="10583301"/>
          </a:xfrm>
          <a:prstGeom prst="rect">
            <a:avLst/>
          </a:prstGeom>
          <a:noFill/>
          <a:ln>
            <a:noFill/>
          </a:ln>
        </p:spPr>
      </p:pic>
      <p:sp>
        <p:nvSpPr>
          <p:cNvPr id="29" name="Google Shape;29;p5"/>
          <p:cNvSpPr txBox="1">
            <a:spLocks noGrp="1"/>
          </p:cNvSpPr>
          <p:nvPr>
            <p:ph type="title"/>
          </p:nvPr>
        </p:nvSpPr>
        <p:spPr>
          <a:xfrm>
            <a:off x="661900" y="1029225"/>
            <a:ext cx="153075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12000"/>
              <a:buNone/>
              <a:defRPr cap="none"/>
            </a:lvl1pPr>
            <a:lvl2pPr lvl="1">
              <a:spcBef>
                <a:spcPts val="0"/>
              </a:spcBef>
              <a:spcAft>
                <a:spcPts val="0"/>
              </a:spcAft>
              <a:buSzPts val="12000"/>
              <a:buFont typeface="Teko"/>
              <a:buNone/>
              <a:defRPr sz="12000">
                <a:latin typeface="Teko"/>
                <a:ea typeface="Teko"/>
                <a:cs typeface="Teko"/>
                <a:sym typeface="Teko"/>
              </a:defRPr>
            </a:lvl2pPr>
            <a:lvl3pPr lvl="2">
              <a:spcBef>
                <a:spcPts val="0"/>
              </a:spcBef>
              <a:spcAft>
                <a:spcPts val="0"/>
              </a:spcAft>
              <a:buSzPts val="12000"/>
              <a:buFont typeface="Teko"/>
              <a:buNone/>
              <a:defRPr sz="12000">
                <a:latin typeface="Teko"/>
                <a:ea typeface="Teko"/>
                <a:cs typeface="Teko"/>
                <a:sym typeface="Teko"/>
              </a:defRPr>
            </a:lvl3pPr>
            <a:lvl4pPr lvl="3">
              <a:spcBef>
                <a:spcPts val="0"/>
              </a:spcBef>
              <a:spcAft>
                <a:spcPts val="0"/>
              </a:spcAft>
              <a:buSzPts val="12000"/>
              <a:buFont typeface="Teko"/>
              <a:buNone/>
              <a:defRPr sz="12000">
                <a:latin typeface="Teko"/>
                <a:ea typeface="Teko"/>
                <a:cs typeface="Teko"/>
                <a:sym typeface="Teko"/>
              </a:defRPr>
            </a:lvl4pPr>
            <a:lvl5pPr lvl="4">
              <a:spcBef>
                <a:spcPts val="0"/>
              </a:spcBef>
              <a:spcAft>
                <a:spcPts val="0"/>
              </a:spcAft>
              <a:buSzPts val="12000"/>
              <a:buFont typeface="Teko"/>
              <a:buNone/>
              <a:defRPr sz="12000">
                <a:latin typeface="Teko"/>
                <a:ea typeface="Teko"/>
                <a:cs typeface="Teko"/>
                <a:sym typeface="Teko"/>
              </a:defRPr>
            </a:lvl5pPr>
            <a:lvl6pPr lvl="5">
              <a:spcBef>
                <a:spcPts val="0"/>
              </a:spcBef>
              <a:spcAft>
                <a:spcPts val="0"/>
              </a:spcAft>
              <a:buSzPts val="12000"/>
              <a:buFont typeface="Teko"/>
              <a:buNone/>
              <a:defRPr sz="12000">
                <a:latin typeface="Teko"/>
                <a:ea typeface="Teko"/>
                <a:cs typeface="Teko"/>
                <a:sym typeface="Teko"/>
              </a:defRPr>
            </a:lvl6pPr>
            <a:lvl7pPr lvl="6">
              <a:spcBef>
                <a:spcPts val="0"/>
              </a:spcBef>
              <a:spcAft>
                <a:spcPts val="0"/>
              </a:spcAft>
              <a:buSzPts val="12000"/>
              <a:buFont typeface="Teko"/>
              <a:buNone/>
              <a:defRPr sz="12000">
                <a:latin typeface="Teko"/>
                <a:ea typeface="Teko"/>
                <a:cs typeface="Teko"/>
                <a:sym typeface="Teko"/>
              </a:defRPr>
            </a:lvl7pPr>
            <a:lvl8pPr lvl="7">
              <a:spcBef>
                <a:spcPts val="0"/>
              </a:spcBef>
              <a:spcAft>
                <a:spcPts val="0"/>
              </a:spcAft>
              <a:buSzPts val="12000"/>
              <a:buFont typeface="Teko"/>
              <a:buNone/>
              <a:defRPr sz="12000">
                <a:latin typeface="Teko"/>
                <a:ea typeface="Teko"/>
                <a:cs typeface="Teko"/>
                <a:sym typeface="Teko"/>
              </a:defRPr>
            </a:lvl8pPr>
            <a:lvl9pPr lvl="8">
              <a:spcBef>
                <a:spcPts val="0"/>
              </a:spcBef>
              <a:spcAft>
                <a:spcPts val="0"/>
              </a:spcAft>
              <a:buSzPts val="12000"/>
              <a:buFont typeface="Teko"/>
              <a:buNone/>
              <a:defRPr sz="12000">
                <a:latin typeface="Teko"/>
                <a:ea typeface="Teko"/>
                <a:cs typeface="Teko"/>
                <a:sym typeface="Teko"/>
              </a:defRPr>
            </a:lvl9pPr>
          </a:lstStyle>
          <a:p>
            <a:endParaRPr/>
          </a:p>
        </p:txBody>
      </p:sp>
      <p:sp>
        <p:nvSpPr>
          <p:cNvPr id="30" name="Google Shape;30;p5"/>
          <p:cNvSpPr txBox="1">
            <a:spLocks noGrp="1"/>
          </p:cNvSpPr>
          <p:nvPr>
            <p:ph type="body" idx="1"/>
          </p:nvPr>
        </p:nvSpPr>
        <p:spPr>
          <a:xfrm>
            <a:off x="6988213" y="73963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chemeClr val="lt1"/>
              </a:buClr>
              <a:buSzPts val="2200"/>
              <a:buNone/>
              <a:defRPr>
                <a:solidFill>
                  <a:schemeClr val="lt1"/>
                </a:solidFill>
              </a:defRPr>
            </a:lvl1pPr>
            <a:lvl2pPr marL="914400" lvl="1" indent="-228600" algn="l">
              <a:spcBef>
                <a:spcPts val="360"/>
              </a:spcBef>
              <a:spcAft>
                <a:spcPts val="0"/>
              </a:spcAft>
              <a:buClr>
                <a:schemeClr val="lt1"/>
              </a:buClr>
              <a:buSzPts val="2200"/>
              <a:buNone/>
              <a:defRPr>
                <a:solidFill>
                  <a:schemeClr val="lt1"/>
                </a:solidFill>
              </a:defRPr>
            </a:lvl2pPr>
            <a:lvl3pPr marL="1371600" lvl="2" indent="-228600" algn="l">
              <a:spcBef>
                <a:spcPts val="320"/>
              </a:spcBef>
              <a:spcAft>
                <a:spcPts val="0"/>
              </a:spcAft>
              <a:buClr>
                <a:schemeClr val="lt1"/>
              </a:buClr>
              <a:buSzPts val="2200"/>
              <a:buNone/>
              <a:defRPr>
                <a:solidFill>
                  <a:schemeClr val="lt1"/>
                </a:solidFill>
              </a:defRPr>
            </a:lvl3pPr>
            <a:lvl4pPr marL="1828800" lvl="3" indent="-228600" algn="l">
              <a:spcBef>
                <a:spcPts val="280"/>
              </a:spcBef>
              <a:spcAft>
                <a:spcPts val="0"/>
              </a:spcAft>
              <a:buClr>
                <a:schemeClr val="lt1"/>
              </a:buClr>
              <a:buSzPts val="2200"/>
              <a:buNone/>
              <a:defRPr>
                <a:solidFill>
                  <a:schemeClr val="lt1"/>
                </a:solidFill>
              </a:defRPr>
            </a:lvl4pPr>
            <a:lvl5pPr marL="2286000" lvl="4" indent="-228600" algn="l">
              <a:spcBef>
                <a:spcPts val="280"/>
              </a:spcBef>
              <a:spcAft>
                <a:spcPts val="0"/>
              </a:spcAft>
              <a:buClr>
                <a:schemeClr val="lt1"/>
              </a:buClr>
              <a:buSzPts val="2200"/>
              <a:buNone/>
              <a:defRPr>
                <a:solidFill>
                  <a:schemeClr val="lt1"/>
                </a:solidFill>
              </a:defRPr>
            </a:lvl5pPr>
            <a:lvl6pPr marL="2743200" lvl="5" indent="-228600" algn="l">
              <a:spcBef>
                <a:spcPts val="280"/>
              </a:spcBef>
              <a:spcAft>
                <a:spcPts val="0"/>
              </a:spcAft>
              <a:buClr>
                <a:schemeClr val="lt1"/>
              </a:buClr>
              <a:buSzPts val="2200"/>
              <a:buNone/>
              <a:defRPr>
                <a:solidFill>
                  <a:schemeClr val="lt1"/>
                </a:solidFill>
              </a:defRPr>
            </a:lvl6pPr>
            <a:lvl7pPr marL="3200400" lvl="6" indent="-228600" algn="l">
              <a:spcBef>
                <a:spcPts val="280"/>
              </a:spcBef>
              <a:spcAft>
                <a:spcPts val="0"/>
              </a:spcAft>
              <a:buClr>
                <a:schemeClr val="lt1"/>
              </a:buClr>
              <a:buSzPts val="2200"/>
              <a:buNone/>
              <a:defRPr>
                <a:solidFill>
                  <a:schemeClr val="lt1"/>
                </a:solidFill>
              </a:defRPr>
            </a:lvl7pPr>
            <a:lvl8pPr marL="3657600" lvl="7" indent="-228600" algn="l">
              <a:spcBef>
                <a:spcPts val="280"/>
              </a:spcBef>
              <a:spcAft>
                <a:spcPts val="0"/>
              </a:spcAft>
              <a:buClr>
                <a:schemeClr val="lt1"/>
              </a:buClr>
              <a:buSzPts val="2200"/>
              <a:buNone/>
              <a:defRPr>
                <a:solidFill>
                  <a:schemeClr val="lt1"/>
                </a:solidFill>
              </a:defRPr>
            </a:lvl8pPr>
            <a:lvl9pPr marL="4114800" lvl="8" indent="-228600" algn="l">
              <a:spcBef>
                <a:spcPts val="280"/>
              </a:spcBef>
              <a:spcAft>
                <a:spcPts val="0"/>
              </a:spcAft>
              <a:buClr>
                <a:schemeClr val="lt1"/>
              </a:buClr>
              <a:buSzPts val="2200"/>
              <a:buNone/>
              <a:defRPr>
                <a:solidFill>
                  <a:schemeClr val="lt1"/>
                </a:solidFill>
              </a:defRPr>
            </a:lvl9pPr>
          </a:lstStyle>
          <a:p>
            <a:endParaRPr/>
          </a:p>
        </p:txBody>
      </p:sp>
      <p:grpSp>
        <p:nvGrpSpPr>
          <p:cNvPr id="31" name="Google Shape;31;p5"/>
          <p:cNvGrpSpPr/>
          <p:nvPr/>
        </p:nvGrpSpPr>
        <p:grpSpPr>
          <a:xfrm>
            <a:off x="463151" y="452860"/>
            <a:ext cx="2939055" cy="698967"/>
            <a:chOff x="0" y="0"/>
            <a:chExt cx="3918740" cy="931956"/>
          </a:xfrm>
        </p:grpSpPr>
        <p:grpSp>
          <p:nvGrpSpPr>
            <p:cNvPr id="32" name="Google Shape;32;p5"/>
            <p:cNvGrpSpPr/>
            <p:nvPr/>
          </p:nvGrpSpPr>
          <p:grpSpPr>
            <a:xfrm>
              <a:off x="0" y="0"/>
              <a:ext cx="931956" cy="931956"/>
              <a:chOff x="0" y="0"/>
              <a:chExt cx="812800" cy="812800"/>
            </a:xfrm>
          </p:grpSpPr>
          <p:sp>
            <p:nvSpPr>
              <p:cNvPr id="33" name="Google Shape;33;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5"/>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 name="Google Shape;35;p5"/>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3">
                <a:alphaModFix/>
              </a:blip>
              <a:stretch>
                <a:fillRect/>
              </a:stretch>
            </a:blipFill>
            <a:ln>
              <a:noFill/>
            </a:ln>
          </p:spPr>
          <p:txBody>
            <a:bodyPr/>
            <a:lstStyle/>
            <a:p>
              <a:endParaRPr lang="en-IN"/>
            </a:p>
          </p:txBody>
        </p:sp>
        <p:sp>
          <p:nvSpPr>
            <p:cNvPr id="36" name="Google Shape;36;p5"/>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3166150" y="4899075"/>
            <a:ext cx="5489100" cy="4526100"/>
          </a:xfrm>
          <a:prstGeom prst="rect">
            <a:avLst/>
          </a:prstGeom>
          <a:noFill/>
          <a:ln>
            <a:noFill/>
          </a:ln>
        </p:spPr>
        <p:txBody>
          <a:bodyPr spcFirstLastPara="1" wrap="square" lIns="91425" tIns="45700" rIns="91425" bIns="45700" anchor="t" anchorCtr="0">
            <a:normAutofit/>
          </a:bodyPr>
          <a:lstStyle>
            <a:lvl1pPr marL="457200" lvl="0" indent="-368300" algn="l">
              <a:spcBef>
                <a:spcPts val="560"/>
              </a:spcBef>
              <a:spcAft>
                <a:spcPts val="0"/>
              </a:spcAft>
              <a:buClr>
                <a:schemeClr val="dk1"/>
              </a:buClr>
              <a:buSzPts val="2200"/>
              <a:buChar char="•"/>
              <a:defRPr/>
            </a:lvl1pPr>
            <a:lvl2pPr marL="914400" lvl="1" indent="-368300" algn="l">
              <a:spcBef>
                <a:spcPts val="480"/>
              </a:spcBef>
              <a:spcAft>
                <a:spcPts val="0"/>
              </a:spcAft>
              <a:buClr>
                <a:schemeClr val="dk1"/>
              </a:buClr>
              <a:buSzPts val="2200"/>
              <a:buChar char="–"/>
              <a:defRPr/>
            </a:lvl2pPr>
            <a:lvl3pPr marL="1371600" lvl="2" indent="-368300" algn="l">
              <a:spcBef>
                <a:spcPts val="400"/>
              </a:spcBef>
              <a:spcAft>
                <a:spcPts val="0"/>
              </a:spcAft>
              <a:buClr>
                <a:schemeClr val="dk1"/>
              </a:buClr>
              <a:buSzPts val="2200"/>
              <a:buChar char="•"/>
              <a:defRPr/>
            </a:lvl3pPr>
            <a:lvl4pPr marL="1828800" lvl="3" indent="-368300" algn="l">
              <a:spcBef>
                <a:spcPts val="360"/>
              </a:spcBef>
              <a:spcAft>
                <a:spcPts val="0"/>
              </a:spcAft>
              <a:buClr>
                <a:schemeClr val="dk1"/>
              </a:buClr>
              <a:buSzPts val="2200"/>
              <a:buChar char="–"/>
              <a:defRPr/>
            </a:lvl4pPr>
            <a:lvl5pPr marL="2286000" lvl="4" indent="-368300" algn="l">
              <a:spcBef>
                <a:spcPts val="360"/>
              </a:spcBef>
              <a:spcAft>
                <a:spcPts val="0"/>
              </a:spcAft>
              <a:buClr>
                <a:schemeClr val="dk1"/>
              </a:buClr>
              <a:buSzPts val="2200"/>
              <a:buChar char="»"/>
              <a:defRPr/>
            </a:lvl5pPr>
            <a:lvl6pPr marL="2743200" lvl="5" indent="-368300" algn="l">
              <a:spcBef>
                <a:spcPts val="360"/>
              </a:spcBef>
              <a:spcAft>
                <a:spcPts val="0"/>
              </a:spcAft>
              <a:buClr>
                <a:schemeClr val="dk1"/>
              </a:buClr>
              <a:buSzPts val="2200"/>
              <a:buChar char="•"/>
              <a:defRPr/>
            </a:lvl6pPr>
            <a:lvl7pPr marL="3200400" lvl="6" indent="-368300" algn="l">
              <a:spcBef>
                <a:spcPts val="360"/>
              </a:spcBef>
              <a:spcAft>
                <a:spcPts val="0"/>
              </a:spcAft>
              <a:buClr>
                <a:schemeClr val="dk1"/>
              </a:buClr>
              <a:buSzPts val="2200"/>
              <a:buChar char="•"/>
              <a:defRPr/>
            </a:lvl7pPr>
            <a:lvl8pPr marL="3657600" lvl="7" indent="-368300" algn="l">
              <a:spcBef>
                <a:spcPts val="360"/>
              </a:spcBef>
              <a:spcAft>
                <a:spcPts val="0"/>
              </a:spcAft>
              <a:buClr>
                <a:schemeClr val="dk1"/>
              </a:buClr>
              <a:buSzPts val="2200"/>
              <a:buChar char="•"/>
              <a:defRPr/>
            </a:lvl8pPr>
            <a:lvl9pPr marL="4114800" lvl="8" indent="-368300" algn="l">
              <a:spcBef>
                <a:spcPts val="360"/>
              </a:spcBef>
              <a:spcAft>
                <a:spcPts val="0"/>
              </a:spcAft>
              <a:buClr>
                <a:schemeClr val="dk1"/>
              </a:buClr>
              <a:buSzPts val="2200"/>
              <a:buChar char="•"/>
              <a:defRPr/>
            </a:lvl9pPr>
          </a:lstStyle>
          <a:p>
            <a:endParaRPr/>
          </a:p>
        </p:txBody>
      </p:sp>
      <p:sp>
        <p:nvSpPr>
          <p:cNvPr id="40" name="Google Shape;40;p6"/>
          <p:cNvSpPr txBox="1">
            <a:spLocks noGrp="1"/>
          </p:cNvSpPr>
          <p:nvPr>
            <p:ph type="body" idx="2"/>
          </p:nvPr>
        </p:nvSpPr>
        <p:spPr>
          <a:xfrm>
            <a:off x="8862089" y="4899075"/>
            <a:ext cx="5489100" cy="4526100"/>
          </a:xfrm>
          <a:prstGeom prst="rect">
            <a:avLst/>
          </a:prstGeom>
          <a:noFill/>
          <a:ln>
            <a:noFill/>
          </a:ln>
        </p:spPr>
        <p:txBody>
          <a:bodyPr spcFirstLastPara="1" wrap="square" lIns="91425" tIns="45700" rIns="91425" bIns="45700" anchor="t" anchorCtr="0">
            <a:normAutofit/>
          </a:bodyPr>
          <a:lstStyle>
            <a:lvl1pPr marL="457200" lvl="0" indent="-368300" algn="l">
              <a:spcBef>
                <a:spcPts val="560"/>
              </a:spcBef>
              <a:spcAft>
                <a:spcPts val="0"/>
              </a:spcAft>
              <a:buClr>
                <a:schemeClr val="dk1"/>
              </a:buClr>
              <a:buSzPts val="2200"/>
              <a:buChar char="•"/>
              <a:defRPr/>
            </a:lvl1pPr>
            <a:lvl2pPr marL="914400" lvl="1" indent="-368300" algn="l">
              <a:spcBef>
                <a:spcPts val="480"/>
              </a:spcBef>
              <a:spcAft>
                <a:spcPts val="0"/>
              </a:spcAft>
              <a:buClr>
                <a:schemeClr val="dk1"/>
              </a:buClr>
              <a:buSzPts val="2200"/>
              <a:buChar char="–"/>
              <a:defRPr/>
            </a:lvl2pPr>
            <a:lvl3pPr marL="1371600" lvl="2" indent="-368300" algn="l">
              <a:spcBef>
                <a:spcPts val="400"/>
              </a:spcBef>
              <a:spcAft>
                <a:spcPts val="0"/>
              </a:spcAft>
              <a:buClr>
                <a:schemeClr val="dk1"/>
              </a:buClr>
              <a:buSzPts val="2200"/>
              <a:buChar char="•"/>
              <a:defRPr/>
            </a:lvl3pPr>
            <a:lvl4pPr marL="1828800" lvl="3" indent="-368300" algn="l">
              <a:spcBef>
                <a:spcPts val="360"/>
              </a:spcBef>
              <a:spcAft>
                <a:spcPts val="0"/>
              </a:spcAft>
              <a:buClr>
                <a:schemeClr val="dk1"/>
              </a:buClr>
              <a:buSzPts val="2200"/>
              <a:buChar char="–"/>
              <a:defRPr/>
            </a:lvl4pPr>
            <a:lvl5pPr marL="2286000" lvl="4" indent="-368300" algn="l">
              <a:spcBef>
                <a:spcPts val="360"/>
              </a:spcBef>
              <a:spcAft>
                <a:spcPts val="0"/>
              </a:spcAft>
              <a:buClr>
                <a:schemeClr val="dk1"/>
              </a:buClr>
              <a:buSzPts val="2200"/>
              <a:buChar char="»"/>
              <a:defRPr/>
            </a:lvl5pPr>
            <a:lvl6pPr marL="2743200" lvl="5" indent="-368300" algn="l">
              <a:spcBef>
                <a:spcPts val="360"/>
              </a:spcBef>
              <a:spcAft>
                <a:spcPts val="0"/>
              </a:spcAft>
              <a:buClr>
                <a:schemeClr val="dk1"/>
              </a:buClr>
              <a:buSzPts val="2200"/>
              <a:buChar char="•"/>
              <a:defRPr/>
            </a:lvl6pPr>
            <a:lvl7pPr marL="3200400" lvl="6" indent="-368300" algn="l">
              <a:spcBef>
                <a:spcPts val="360"/>
              </a:spcBef>
              <a:spcAft>
                <a:spcPts val="0"/>
              </a:spcAft>
              <a:buClr>
                <a:schemeClr val="dk1"/>
              </a:buClr>
              <a:buSzPts val="2200"/>
              <a:buChar char="•"/>
              <a:defRPr/>
            </a:lvl7pPr>
            <a:lvl8pPr marL="3657600" lvl="7" indent="-368300" algn="l">
              <a:spcBef>
                <a:spcPts val="360"/>
              </a:spcBef>
              <a:spcAft>
                <a:spcPts val="0"/>
              </a:spcAft>
              <a:buClr>
                <a:schemeClr val="dk1"/>
              </a:buClr>
              <a:buSzPts val="2200"/>
              <a:buChar char="•"/>
              <a:defRPr/>
            </a:lvl8pPr>
            <a:lvl9pPr marL="4114800" lvl="8" indent="-368300" algn="l">
              <a:spcBef>
                <a:spcPts val="360"/>
              </a:spcBef>
              <a:spcAft>
                <a:spcPts val="0"/>
              </a:spcAft>
              <a:buClr>
                <a:schemeClr val="dk1"/>
              </a:buClr>
              <a:buSzPts val="2200"/>
              <a:buChar char="•"/>
              <a:defRPr/>
            </a:lvl9pPr>
          </a:lstStyle>
          <a:p>
            <a:endParaRPr/>
          </a:p>
        </p:txBody>
      </p:sp>
      <p:grpSp>
        <p:nvGrpSpPr>
          <p:cNvPr id="41" name="Google Shape;41;p6"/>
          <p:cNvGrpSpPr/>
          <p:nvPr/>
        </p:nvGrpSpPr>
        <p:grpSpPr>
          <a:xfrm>
            <a:off x="463151" y="452860"/>
            <a:ext cx="2939055" cy="698967"/>
            <a:chOff x="0" y="0"/>
            <a:chExt cx="3918740" cy="931956"/>
          </a:xfrm>
        </p:grpSpPr>
        <p:grpSp>
          <p:nvGrpSpPr>
            <p:cNvPr id="42" name="Google Shape;42;p6"/>
            <p:cNvGrpSpPr/>
            <p:nvPr/>
          </p:nvGrpSpPr>
          <p:grpSpPr>
            <a:xfrm>
              <a:off x="0" y="0"/>
              <a:ext cx="931956" cy="931956"/>
              <a:chOff x="0" y="0"/>
              <a:chExt cx="812800" cy="812800"/>
            </a:xfrm>
          </p:grpSpPr>
          <p:sp>
            <p:nvSpPr>
              <p:cNvPr id="43" name="Google Shape;43;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 name="Google Shape;45;p6"/>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txBody>
            <a:bodyPr/>
            <a:lstStyle/>
            <a:p>
              <a:endParaRPr lang="en-IN"/>
            </a:p>
          </p:txBody>
        </p:sp>
        <p:sp>
          <p:nvSpPr>
            <p:cNvPr id="46" name="Google Shape;46;p6"/>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pic>
        <p:nvPicPr>
          <p:cNvPr id="48" name="Google Shape;48;p7"/>
          <p:cNvPicPr preferRelativeResize="0"/>
          <p:nvPr/>
        </p:nvPicPr>
        <p:blipFill>
          <a:blip r:embed="rId2">
            <a:alphaModFix/>
          </a:blip>
          <a:stretch>
            <a:fillRect/>
          </a:stretch>
        </p:blipFill>
        <p:spPr>
          <a:xfrm>
            <a:off x="-517482" y="0"/>
            <a:ext cx="19012818" cy="10583301"/>
          </a:xfrm>
          <a:prstGeom prst="rect">
            <a:avLst/>
          </a:prstGeom>
          <a:noFill/>
          <a:ln>
            <a:noFill/>
          </a:ln>
        </p:spPr>
      </p:pic>
      <p:sp>
        <p:nvSpPr>
          <p:cNvPr id="49" name="Google Shape;49;p7"/>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7"/>
          <p:cNvSpPr txBox="1">
            <a:spLocks noGrp="1"/>
          </p:cNvSpPr>
          <p:nvPr>
            <p:ph type="body" idx="1"/>
          </p:nvPr>
        </p:nvSpPr>
        <p:spPr>
          <a:xfrm>
            <a:off x="2307251" y="5317575"/>
            <a:ext cx="6113700" cy="3951300"/>
          </a:xfrm>
          <a:prstGeom prst="rect">
            <a:avLst/>
          </a:prstGeom>
          <a:noFill/>
          <a:ln>
            <a:noFill/>
          </a:ln>
        </p:spPr>
        <p:txBody>
          <a:bodyPr spcFirstLastPara="1" wrap="square" lIns="91425" tIns="45700" rIns="91425" bIns="45700" anchor="t" anchorCtr="0">
            <a:normAutofit/>
          </a:bodyPr>
          <a:lstStyle>
            <a:lvl1pPr marL="457200" lvl="0" indent="-368300" algn="l">
              <a:spcBef>
                <a:spcPts val="480"/>
              </a:spcBef>
              <a:spcAft>
                <a:spcPts val="0"/>
              </a:spcAft>
              <a:buClr>
                <a:schemeClr val="dk1"/>
              </a:buClr>
              <a:buSzPts val="2200"/>
              <a:buChar char="•"/>
              <a:defRPr/>
            </a:lvl1pPr>
            <a:lvl2pPr marL="914400" lvl="1" indent="-368300" algn="l">
              <a:spcBef>
                <a:spcPts val="400"/>
              </a:spcBef>
              <a:spcAft>
                <a:spcPts val="0"/>
              </a:spcAft>
              <a:buClr>
                <a:schemeClr val="dk1"/>
              </a:buClr>
              <a:buSzPts val="2200"/>
              <a:buChar char="–"/>
              <a:defRPr/>
            </a:lvl2pPr>
            <a:lvl3pPr marL="1371600" lvl="2" indent="-368300" algn="l">
              <a:spcBef>
                <a:spcPts val="360"/>
              </a:spcBef>
              <a:spcAft>
                <a:spcPts val="0"/>
              </a:spcAft>
              <a:buClr>
                <a:schemeClr val="dk1"/>
              </a:buClr>
              <a:buSzPts val="2200"/>
              <a:buChar char="•"/>
              <a:defRPr/>
            </a:lvl3pPr>
            <a:lvl4pPr marL="1828800" lvl="3" indent="-368300" algn="l">
              <a:spcBef>
                <a:spcPts val="320"/>
              </a:spcBef>
              <a:spcAft>
                <a:spcPts val="0"/>
              </a:spcAft>
              <a:buClr>
                <a:schemeClr val="dk1"/>
              </a:buClr>
              <a:buSzPts val="2200"/>
              <a:buChar char="–"/>
              <a:defRPr/>
            </a:lvl4pPr>
            <a:lvl5pPr marL="2286000" lvl="4" indent="-368300" algn="l">
              <a:spcBef>
                <a:spcPts val="320"/>
              </a:spcBef>
              <a:spcAft>
                <a:spcPts val="0"/>
              </a:spcAft>
              <a:buClr>
                <a:schemeClr val="dk1"/>
              </a:buClr>
              <a:buSzPts val="2200"/>
              <a:buChar char="»"/>
              <a:defRPr/>
            </a:lvl5pPr>
            <a:lvl6pPr marL="2743200" lvl="5" indent="-368300" algn="l">
              <a:spcBef>
                <a:spcPts val="320"/>
              </a:spcBef>
              <a:spcAft>
                <a:spcPts val="0"/>
              </a:spcAft>
              <a:buClr>
                <a:schemeClr val="dk1"/>
              </a:buClr>
              <a:buSzPts val="2200"/>
              <a:buChar char="•"/>
              <a:defRPr/>
            </a:lvl6pPr>
            <a:lvl7pPr marL="3200400" lvl="6" indent="-368300" algn="l">
              <a:spcBef>
                <a:spcPts val="320"/>
              </a:spcBef>
              <a:spcAft>
                <a:spcPts val="0"/>
              </a:spcAft>
              <a:buClr>
                <a:schemeClr val="dk1"/>
              </a:buClr>
              <a:buSzPts val="2200"/>
              <a:buChar char="•"/>
              <a:defRPr/>
            </a:lvl7pPr>
            <a:lvl8pPr marL="3657600" lvl="7" indent="-368300" algn="l">
              <a:spcBef>
                <a:spcPts val="320"/>
              </a:spcBef>
              <a:spcAft>
                <a:spcPts val="0"/>
              </a:spcAft>
              <a:buClr>
                <a:schemeClr val="dk1"/>
              </a:buClr>
              <a:buSzPts val="2200"/>
              <a:buChar char="•"/>
              <a:defRPr/>
            </a:lvl8pPr>
            <a:lvl9pPr marL="4114800" lvl="8" indent="-368300" algn="l">
              <a:spcBef>
                <a:spcPts val="320"/>
              </a:spcBef>
              <a:spcAft>
                <a:spcPts val="0"/>
              </a:spcAft>
              <a:buClr>
                <a:schemeClr val="dk1"/>
              </a:buClr>
              <a:buSzPts val="2200"/>
              <a:buChar char="•"/>
              <a:defRPr/>
            </a:lvl9pPr>
          </a:lstStyle>
          <a:p>
            <a:endParaRPr/>
          </a:p>
        </p:txBody>
      </p:sp>
      <p:sp>
        <p:nvSpPr>
          <p:cNvPr id="51" name="Google Shape;51;p7"/>
          <p:cNvSpPr txBox="1">
            <a:spLocks noGrp="1"/>
          </p:cNvSpPr>
          <p:nvPr>
            <p:ph type="body" idx="2"/>
          </p:nvPr>
        </p:nvSpPr>
        <p:spPr>
          <a:xfrm>
            <a:off x="8644514" y="5317575"/>
            <a:ext cx="6116700" cy="3951300"/>
          </a:xfrm>
          <a:prstGeom prst="rect">
            <a:avLst/>
          </a:prstGeom>
          <a:noFill/>
          <a:ln>
            <a:noFill/>
          </a:ln>
        </p:spPr>
        <p:txBody>
          <a:bodyPr spcFirstLastPara="1" wrap="square" lIns="91425" tIns="45700" rIns="91425" bIns="45700" anchor="t" anchorCtr="0">
            <a:normAutofit/>
          </a:bodyPr>
          <a:lstStyle>
            <a:lvl1pPr marL="457200" lvl="0" indent="-368300" algn="l">
              <a:spcBef>
                <a:spcPts val="480"/>
              </a:spcBef>
              <a:spcAft>
                <a:spcPts val="0"/>
              </a:spcAft>
              <a:buClr>
                <a:schemeClr val="dk1"/>
              </a:buClr>
              <a:buSzPts val="2200"/>
              <a:buChar char="•"/>
              <a:defRPr/>
            </a:lvl1pPr>
            <a:lvl2pPr marL="914400" lvl="1" indent="-368300" algn="l">
              <a:spcBef>
                <a:spcPts val="400"/>
              </a:spcBef>
              <a:spcAft>
                <a:spcPts val="0"/>
              </a:spcAft>
              <a:buClr>
                <a:schemeClr val="dk1"/>
              </a:buClr>
              <a:buSzPts val="2200"/>
              <a:buChar char="–"/>
              <a:defRPr/>
            </a:lvl2pPr>
            <a:lvl3pPr marL="1371600" lvl="2" indent="-368300" algn="l">
              <a:spcBef>
                <a:spcPts val="360"/>
              </a:spcBef>
              <a:spcAft>
                <a:spcPts val="0"/>
              </a:spcAft>
              <a:buClr>
                <a:schemeClr val="dk1"/>
              </a:buClr>
              <a:buSzPts val="2200"/>
              <a:buChar char="•"/>
              <a:defRPr/>
            </a:lvl3pPr>
            <a:lvl4pPr marL="1828800" lvl="3" indent="-368300" algn="l">
              <a:spcBef>
                <a:spcPts val="320"/>
              </a:spcBef>
              <a:spcAft>
                <a:spcPts val="0"/>
              </a:spcAft>
              <a:buClr>
                <a:schemeClr val="dk1"/>
              </a:buClr>
              <a:buSzPts val="2200"/>
              <a:buChar char="–"/>
              <a:defRPr/>
            </a:lvl4pPr>
            <a:lvl5pPr marL="2286000" lvl="4" indent="-368300" algn="l">
              <a:spcBef>
                <a:spcPts val="320"/>
              </a:spcBef>
              <a:spcAft>
                <a:spcPts val="0"/>
              </a:spcAft>
              <a:buClr>
                <a:schemeClr val="dk1"/>
              </a:buClr>
              <a:buSzPts val="2200"/>
              <a:buChar char="»"/>
              <a:defRPr/>
            </a:lvl5pPr>
            <a:lvl6pPr marL="2743200" lvl="5" indent="-368300" algn="l">
              <a:spcBef>
                <a:spcPts val="320"/>
              </a:spcBef>
              <a:spcAft>
                <a:spcPts val="0"/>
              </a:spcAft>
              <a:buClr>
                <a:schemeClr val="dk1"/>
              </a:buClr>
              <a:buSzPts val="2200"/>
              <a:buChar char="•"/>
              <a:defRPr/>
            </a:lvl6pPr>
            <a:lvl7pPr marL="3200400" lvl="6" indent="-368300" algn="l">
              <a:spcBef>
                <a:spcPts val="320"/>
              </a:spcBef>
              <a:spcAft>
                <a:spcPts val="0"/>
              </a:spcAft>
              <a:buClr>
                <a:schemeClr val="dk1"/>
              </a:buClr>
              <a:buSzPts val="2200"/>
              <a:buChar char="•"/>
              <a:defRPr/>
            </a:lvl7pPr>
            <a:lvl8pPr marL="3657600" lvl="7" indent="-368300" algn="l">
              <a:spcBef>
                <a:spcPts val="320"/>
              </a:spcBef>
              <a:spcAft>
                <a:spcPts val="0"/>
              </a:spcAft>
              <a:buClr>
                <a:schemeClr val="dk1"/>
              </a:buClr>
              <a:buSzPts val="2200"/>
              <a:buChar char="•"/>
              <a:defRPr/>
            </a:lvl8pPr>
            <a:lvl9pPr marL="4114800" lvl="8" indent="-368300" algn="l">
              <a:spcBef>
                <a:spcPts val="320"/>
              </a:spcBef>
              <a:spcAft>
                <a:spcPts val="0"/>
              </a:spcAft>
              <a:buClr>
                <a:schemeClr val="dk1"/>
              </a:buClr>
              <a:buSzPts val="2200"/>
              <a:buChar char="•"/>
              <a:defRPr/>
            </a:lvl9pPr>
          </a:lstStyle>
          <a:p>
            <a:endParaRPr/>
          </a:p>
        </p:txBody>
      </p:sp>
      <p:grpSp>
        <p:nvGrpSpPr>
          <p:cNvPr id="52" name="Google Shape;52;p7"/>
          <p:cNvGrpSpPr/>
          <p:nvPr/>
        </p:nvGrpSpPr>
        <p:grpSpPr>
          <a:xfrm>
            <a:off x="463151" y="452860"/>
            <a:ext cx="2939055" cy="698967"/>
            <a:chOff x="0" y="0"/>
            <a:chExt cx="3918740" cy="931956"/>
          </a:xfrm>
        </p:grpSpPr>
        <p:grpSp>
          <p:nvGrpSpPr>
            <p:cNvPr id="53" name="Google Shape;53;p7"/>
            <p:cNvGrpSpPr/>
            <p:nvPr/>
          </p:nvGrpSpPr>
          <p:grpSpPr>
            <a:xfrm>
              <a:off x="0" y="0"/>
              <a:ext cx="931956" cy="931956"/>
              <a:chOff x="0" y="0"/>
              <a:chExt cx="812800" cy="812800"/>
            </a:xfrm>
          </p:grpSpPr>
          <p:sp>
            <p:nvSpPr>
              <p:cNvPr id="54" name="Google Shape;54;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7"/>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6" name="Google Shape;56;p7"/>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3">
                <a:alphaModFix/>
              </a:blip>
              <a:stretch>
                <a:fillRect/>
              </a:stretch>
            </a:blipFill>
            <a:ln>
              <a:noFill/>
            </a:ln>
          </p:spPr>
          <p:txBody>
            <a:bodyPr/>
            <a:lstStyle/>
            <a:p>
              <a:endParaRPr lang="en-IN"/>
            </a:p>
          </p:txBody>
        </p:sp>
        <p:sp>
          <p:nvSpPr>
            <p:cNvPr id="57" name="Google Shape;57;p7"/>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60" name="Google Shape;60;p8"/>
          <p:cNvGrpSpPr/>
          <p:nvPr/>
        </p:nvGrpSpPr>
        <p:grpSpPr>
          <a:xfrm>
            <a:off x="463151" y="452860"/>
            <a:ext cx="2939055" cy="698967"/>
            <a:chOff x="0" y="0"/>
            <a:chExt cx="3918740" cy="931956"/>
          </a:xfrm>
        </p:grpSpPr>
        <p:grpSp>
          <p:nvGrpSpPr>
            <p:cNvPr id="61" name="Google Shape;61;p8"/>
            <p:cNvGrpSpPr/>
            <p:nvPr/>
          </p:nvGrpSpPr>
          <p:grpSpPr>
            <a:xfrm>
              <a:off x="0" y="0"/>
              <a:ext cx="931956" cy="931956"/>
              <a:chOff x="0" y="0"/>
              <a:chExt cx="812800" cy="812800"/>
            </a:xfrm>
          </p:grpSpPr>
          <p:sp>
            <p:nvSpPr>
              <p:cNvPr id="62" name="Google Shape;62;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8"/>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4" name="Google Shape;64;p8"/>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txBody>
            <a:bodyPr/>
            <a:lstStyle/>
            <a:p>
              <a:endParaRPr lang="en-IN"/>
            </a:p>
          </p:txBody>
        </p:sp>
        <p:sp>
          <p:nvSpPr>
            <p:cNvPr id="65" name="Google Shape;65;p8"/>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603275" y="3716800"/>
            <a:ext cx="15552900" cy="11619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2000"/>
              <a:buNone/>
              <a:defRPr/>
            </a:lvl1pPr>
            <a:lvl2pPr lvl="1">
              <a:spcBef>
                <a:spcPts val="0"/>
              </a:spcBef>
              <a:spcAft>
                <a:spcPts val="0"/>
              </a:spcAft>
              <a:buSzPts val="12000"/>
              <a:buFont typeface="Teko"/>
              <a:buNone/>
              <a:defRPr sz="12000">
                <a:latin typeface="Teko"/>
                <a:ea typeface="Teko"/>
                <a:cs typeface="Teko"/>
                <a:sym typeface="Teko"/>
              </a:defRPr>
            </a:lvl2pPr>
            <a:lvl3pPr lvl="2">
              <a:spcBef>
                <a:spcPts val="0"/>
              </a:spcBef>
              <a:spcAft>
                <a:spcPts val="0"/>
              </a:spcAft>
              <a:buSzPts val="12000"/>
              <a:buFont typeface="Teko"/>
              <a:buNone/>
              <a:defRPr sz="12000">
                <a:latin typeface="Teko"/>
                <a:ea typeface="Teko"/>
                <a:cs typeface="Teko"/>
                <a:sym typeface="Teko"/>
              </a:defRPr>
            </a:lvl3pPr>
            <a:lvl4pPr lvl="3">
              <a:spcBef>
                <a:spcPts val="0"/>
              </a:spcBef>
              <a:spcAft>
                <a:spcPts val="0"/>
              </a:spcAft>
              <a:buSzPts val="12000"/>
              <a:buFont typeface="Teko"/>
              <a:buNone/>
              <a:defRPr sz="12000">
                <a:latin typeface="Teko"/>
                <a:ea typeface="Teko"/>
                <a:cs typeface="Teko"/>
                <a:sym typeface="Teko"/>
              </a:defRPr>
            </a:lvl4pPr>
            <a:lvl5pPr lvl="4">
              <a:spcBef>
                <a:spcPts val="0"/>
              </a:spcBef>
              <a:spcAft>
                <a:spcPts val="0"/>
              </a:spcAft>
              <a:buSzPts val="12000"/>
              <a:buFont typeface="Teko"/>
              <a:buNone/>
              <a:defRPr sz="12000">
                <a:latin typeface="Teko"/>
                <a:ea typeface="Teko"/>
                <a:cs typeface="Teko"/>
                <a:sym typeface="Teko"/>
              </a:defRPr>
            </a:lvl5pPr>
            <a:lvl6pPr lvl="5">
              <a:spcBef>
                <a:spcPts val="0"/>
              </a:spcBef>
              <a:spcAft>
                <a:spcPts val="0"/>
              </a:spcAft>
              <a:buSzPts val="12000"/>
              <a:buFont typeface="Teko"/>
              <a:buNone/>
              <a:defRPr sz="12000">
                <a:latin typeface="Teko"/>
                <a:ea typeface="Teko"/>
                <a:cs typeface="Teko"/>
                <a:sym typeface="Teko"/>
              </a:defRPr>
            </a:lvl6pPr>
            <a:lvl7pPr lvl="6">
              <a:spcBef>
                <a:spcPts val="0"/>
              </a:spcBef>
              <a:spcAft>
                <a:spcPts val="0"/>
              </a:spcAft>
              <a:buSzPts val="12000"/>
              <a:buFont typeface="Teko"/>
              <a:buNone/>
              <a:defRPr sz="12000">
                <a:latin typeface="Teko"/>
                <a:ea typeface="Teko"/>
                <a:cs typeface="Teko"/>
                <a:sym typeface="Teko"/>
              </a:defRPr>
            </a:lvl7pPr>
            <a:lvl8pPr lvl="7">
              <a:spcBef>
                <a:spcPts val="0"/>
              </a:spcBef>
              <a:spcAft>
                <a:spcPts val="0"/>
              </a:spcAft>
              <a:buSzPts val="12000"/>
              <a:buFont typeface="Teko"/>
              <a:buNone/>
              <a:defRPr sz="12000">
                <a:latin typeface="Teko"/>
                <a:ea typeface="Teko"/>
                <a:cs typeface="Teko"/>
                <a:sym typeface="Teko"/>
              </a:defRPr>
            </a:lvl8pPr>
            <a:lvl9pPr lvl="8">
              <a:spcBef>
                <a:spcPts val="0"/>
              </a:spcBef>
              <a:spcAft>
                <a:spcPts val="0"/>
              </a:spcAft>
              <a:buSzPts val="12000"/>
              <a:buFont typeface="Teko"/>
              <a:buNone/>
              <a:defRPr sz="12000">
                <a:latin typeface="Teko"/>
                <a:ea typeface="Teko"/>
                <a:cs typeface="Teko"/>
                <a:sym typeface="Teko"/>
              </a:defRPr>
            </a:lvl9pPr>
          </a:lstStyle>
          <a:p>
            <a:endParaRPr/>
          </a:p>
        </p:txBody>
      </p:sp>
      <p:sp>
        <p:nvSpPr>
          <p:cNvPr id="68" name="Google Shape;68;p9"/>
          <p:cNvSpPr txBox="1">
            <a:spLocks noGrp="1"/>
          </p:cNvSpPr>
          <p:nvPr>
            <p:ph type="body" idx="1"/>
          </p:nvPr>
        </p:nvSpPr>
        <p:spPr>
          <a:xfrm>
            <a:off x="8469600" y="5251600"/>
            <a:ext cx="6995700" cy="3768900"/>
          </a:xfrm>
          <a:prstGeom prst="rect">
            <a:avLst/>
          </a:prstGeom>
          <a:noFill/>
          <a:ln>
            <a:noFill/>
          </a:ln>
        </p:spPr>
        <p:txBody>
          <a:bodyPr spcFirstLastPara="1" wrap="square" lIns="91425" tIns="45700" rIns="91425" bIns="45700" anchor="t" anchorCtr="0">
            <a:normAutofit/>
          </a:bodyPr>
          <a:lstStyle>
            <a:lvl1pPr marL="457200" lvl="0" indent="-368300" algn="l">
              <a:spcBef>
                <a:spcPts val="640"/>
              </a:spcBef>
              <a:spcAft>
                <a:spcPts val="0"/>
              </a:spcAft>
              <a:buClr>
                <a:schemeClr val="dk1"/>
              </a:buClr>
              <a:buSzPts val="2200"/>
              <a:buChar char="•"/>
              <a:defRPr/>
            </a:lvl1pPr>
            <a:lvl2pPr marL="914400" lvl="1" indent="-368300" algn="l">
              <a:spcBef>
                <a:spcPts val="560"/>
              </a:spcBef>
              <a:spcAft>
                <a:spcPts val="0"/>
              </a:spcAft>
              <a:buClr>
                <a:schemeClr val="dk1"/>
              </a:buClr>
              <a:buSzPts val="2200"/>
              <a:buChar char="–"/>
              <a:defRPr/>
            </a:lvl2pPr>
            <a:lvl3pPr marL="1371600" lvl="2" indent="-368300" algn="l">
              <a:spcBef>
                <a:spcPts val="480"/>
              </a:spcBef>
              <a:spcAft>
                <a:spcPts val="0"/>
              </a:spcAft>
              <a:buClr>
                <a:schemeClr val="dk1"/>
              </a:buClr>
              <a:buSzPts val="2200"/>
              <a:buChar char="•"/>
              <a:defRPr/>
            </a:lvl3pPr>
            <a:lvl4pPr marL="1828800" lvl="3" indent="-368300" algn="l">
              <a:spcBef>
                <a:spcPts val="400"/>
              </a:spcBef>
              <a:spcAft>
                <a:spcPts val="0"/>
              </a:spcAft>
              <a:buClr>
                <a:schemeClr val="dk1"/>
              </a:buClr>
              <a:buSzPts val="2200"/>
              <a:buChar char="–"/>
              <a:defRPr/>
            </a:lvl4pPr>
            <a:lvl5pPr marL="2286000" lvl="4" indent="-368300" algn="l">
              <a:spcBef>
                <a:spcPts val="400"/>
              </a:spcBef>
              <a:spcAft>
                <a:spcPts val="0"/>
              </a:spcAft>
              <a:buClr>
                <a:schemeClr val="dk1"/>
              </a:buClr>
              <a:buSzPts val="2200"/>
              <a:buChar char="»"/>
              <a:defRPr/>
            </a:lvl5pPr>
            <a:lvl6pPr marL="2743200" lvl="5" indent="-368300" algn="l">
              <a:spcBef>
                <a:spcPts val="400"/>
              </a:spcBef>
              <a:spcAft>
                <a:spcPts val="0"/>
              </a:spcAft>
              <a:buClr>
                <a:schemeClr val="dk1"/>
              </a:buClr>
              <a:buSzPts val="2200"/>
              <a:buChar char="•"/>
              <a:defRPr/>
            </a:lvl6pPr>
            <a:lvl7pPr marL="3200400" lvl="6" indent="-368300" algn="l">
              <a:spcBef>
                <a:spcPts val="400"/>
              </a:spcBef>
              <a:spcAft>
                <a:spcPts val="0"/>
              </a:spcAft>
              <a:buClr>
                <a:schemeClr val="dk1"/>
              </a:buClr>
              <a:buSzPts val="2200"/>
              <a:buChar char="•"/>
              <a:defRPr/>
            </a:lvl7pPr>
            <a:lvl8pPr marL="3657600" lvl="7" indent="-368300" algn="l">
              <a:spcBef>
                <a:spcPts val="400"/>
              </a:spcBef>
              <a:spcAft>
                <a:spcPts val="0"/>
              </a:spcAft>
              <a:buClr>
                <a:schemeClr val="dk1"/>
              </a:buClr>
              <a:buSzPts val="2200"/>
              <a:buChar char="•"/>
              <a:defRPr/>
            </a:lvl8pPr>
            <a:lvl9pPr marL="4114800" lvl="8" indent="-368300" algn="l">
              <a:spcBef>
                <a:spcPts val="400"/>
              </a:spcBef>
              <a:spcAft>
                <a:spcPts val="0"/>
              </a:spcAft>
              <a:buClr>
                <a:schemeClr val="dk1"/>
              </a:buClr>
              <a:buSzPts val="2200"/>
              <a:buChar char="•"/>
              <a:defRPr/>
            </a:lvl9pPr>
          </a:lstStyle>
          <a:p>
            <a:endParaRPr/>
          </a:p>
        </p:txBody>
      </p:sp>
      <p:sp>
        <p:nvSpPr>
          <p:cNvPr id="69" name="Google Shape;69;p9"/>
          <p:cNvSpPr txBox="1">
            <a:spLocks noGrp="1"/>
          </p:cNvSpPr>
          <p:nvPr>
            <p:ph type="body" idx="2"/>
          </p:nvPr>
        </p:nvSpPr>
        <p:spPr>
          <a:xfrm>
            <a:off x="3402200" y="5251600"/>
            <a:ext cx="49179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200"/>
              <a:buNone/>
              <a:defRPr/>
            </a:lvl1pPr>
            <a:lvl2pPr marL="914400" lvl="1" indent="-228600" algn="l">
              <a:spcBef>
                <a:spcPts val="240"/>
              </a:spcBef>
              <a:spcAft>
                <a:spcPts val="0"/>
              </a:spcAft>
              <a:buClr>
                <a:schemeClr val="dk1"/>
              </a:buClr>
              <a:buSzPts val="2200"/>
              <a:buNone/>
              <a:defRPr/>
            </a:lvl2pPr>
            <a:lvl3pPr marL="1371600" lvl="2" indent="-228600" algn="l">
              <a:spcBef>
                <a:spcPts val="200"/>
              </a:spcBef>
              <a:spcAft>
                <a:spcPts val="0"/>
              </a:spcAft>
              <a:buClr>
                <a:schemeClr val="dk1"/>
              </a:buClr>
              <a:buSzPts val="2200"/>
              <a:buNone/>
              <a:defRPr/>
            </a:lvl3pPr>
            <a:lvl4pPr marL="1828800" lvl="3" indent="-228600" algn="l">
              <a:spcBef>
                <a:spcPts val="180"/>
              </a:spcBef>
              <a:spcAft>
                <a:spcPts val="0"/>
              </a:spcAft>
              <a:buClr>
                <a:schemeClr val="dk1"/>
              </a:buClr>
              <a:buSzPts val="2200"/>
              <a:buNone/>
              <a:defRPr/>
            </a:lvl4pPr>
            <a:lvl5pPr marL="2286000" lvl="4" indent="-228600" algn="l">
              <a:spcBef>
                <a:spcPts val="180"/>
              </a:spcBef>
              <a:spcAft>
                <a:spcPts val="0"/>
              </a:spcAft>
              <a:buClr>
                <a:schemeClr val="dk1"/>
              </a:buClr>
              <a:buSzPts val="2200"/>
              <a:buNone/>
              <a:defRPr/>
            </a:lvl5pPr>
            <a:lvl6pPr marL="2743200" lvl="5" indent="-228600" algn="l">
              <a:spcBef>
                <a:spcPts val="180"/>
              </a:spcBef>
              <a:spcAft>
                <a:spcPts val="0"/>
              </a:spcAft>
              <a:buClr>
                <a:schemeClr val="dk1"/>
              </a:buClr>
              <a:buSzPts val="2200"/>
              <a:buNone/>
              <a:defRPr/>
            </a:lvl6pPr>
            <a:lvl7pPr marL="3200400" lvl="6" indent="-228600" algn="l">
              <a:spcBef>
                <a:spcPts val="180"/>
              </a:spcBef>
              <a:spcAft>
                <a:spcPts val="0"/>
              </a:spcAft>
              <a:buClr>
                <a:schemeClr val="dk1"/>
              </a:buClr>
              <a:buSzPts val="2200"/>
              <a:buNone/>
              <a:defRPr/>
            </a:lvl7pPr>
            <a:lvl8pPr marL="3657600" lvl="7" indent="-228600" algn="l">
              <a:spcBef>
                <a:spcPts val="180"/>
              </a:spcBef>
              <a:spcAft>
                <a:spcPts val="0"/>
              </a:spcAft>
              <a:buClr>
                <a:schemeClr val="dk1"/>
              </a:buClr>
              <a:buSzPts val="2200"/>
              <a:buNone/>
              <a:defRPr/>
            </a:lvl8pPr>
            <a:lvl9pPr marL="4114800" lvl="8" indent="-228600" algn="l">
              <a:spcBef>
                <a:spcPts val="180"/>
              </a:spcBef>
              <a:spcAft>
                <a:spcPts val="0"/>
              </a:spcAft>
              <a:buClr>
                <a:schemeClr val="dk1"/>
              </a:buClr>
              <a:buSzPts val="2200"/>
              <a:buNone/>
              <a:defRPr/>
            </a:lvl9pPr>
          </a:lstStyle>
          <a:p>
            <a:endParaRPr/>
          </a:p>
        </p:txBody>
      </p:sp>
      <p:grpSp>
        <p:nvGrpSpPr>
          <p:cNvPr id="70" name="Google Shape;70;p9"/>
          <p:cNvGrpSpPr/>
          <p:nvPr/>
        </p:nvGrpSpPr>
        <p:grpSpPr>
          <a:xfrm>
            <a:off x="463151" y="452860"/>
            <a:ext cx="2939055" cy="698967"/>
            <a:chOff x="0" y="0"/>
            <a:chExt cx="3918740" cy="931956"/>
          </a:xfrm>
        </p:grpSpPr>
        <p:grpSp>
          <p:nvGrpSpPr>
            <p:cNvPr id="71" name="Google Shape;71;p9"/>
            <p:cNvGrpSpPr/>
            <p:nvPr/>
          </p:nvGrpSpPr>
          <p:grpSpPr>
            <a:xfrm>
              <a:off x="0" y="0"/>
              <a:ext cx="931956" cy="931956"/>
              <a:chOff x="0" y="0"/>
              <a:chExt cx="812800" cy="812800"/>
            </a:xfrm>
          </p:grpSpPr>
          <p:sp>
            <p:nvSpPr>
              <p:cNvPr id="72" name="Google Shape;72;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9"/>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4" name="Google Shape;74;p9"/>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txBody>
            <a:bodyPr/>
            <a:lstStyle/>
            <a:p>
              <a:endParaRPr lang="en-IN"/>
            </a:p>
          </p:txBody>
        </p:sp>
        <p:sp>
          <p:nvSpPr>
            <p:cNvPr id="75" name="Google Shape;75;p9"/>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573125" y="4267200"/>
            <a:ext cx="152331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2000"/>
              <a:buNone/>
              <a:defRPr/>
            </a:lvl1pPr>
            <a:lvl2pPr lvl="1">
              <a:spcBef>
                <a:spcPts val="0"/>
              </a:spcBef>
              <a:spcAft>
                <a:spcPts val="0"/>
              </a:spcAft>
              <a:buSzPts val="12000"/>
              <a:buFont typeface="Teko"/>
              <a:buNone/>
              <a:defRPr sz="12000">
                <a:latin typeface="Teko"/>
                <a:ea typeface="Teko"/>
                <a:cs typeface="Teko"/>
                <a:sym typeface="Teko"/>
              </a:defRPr>
            </a:lvl2pPr>
            <a:lvl3pPr lvl="2">
              <a:spcBef>
                <a:spcPts val="0"/>
              </a:spcBef>
              <a:spcAft>
                <a:spcPts val="0"/>
              </a:spcAft>
              <a:buSzPts val="12000"/>
              <a:buFont typeface="Teko"/>
              <a:buNone/>
              <a:defRPr sz="12000">
                <a:latin typeface="Teko"/>
                <a:ea typeface="Teko"/>
                <a:cs typeface="Teko"/>
                <a:sym typeface="Teko"/>
              </a:defRPr>
            </a:lvl3pPr>
            <a:lvl4pPr lvl="3">
              <a:spcBef>
                <a:spcPts val="0"/>
              </a:spcBef>
              <a:spcAft>
                <a:spcPts val="0"/>
              </a:spcAft>
              <a:buSzPts val="12000"/>
              <a:buFont typeface="Teko"/>
              <a:buNone/>
              <a:defRPr sz="12000">
                <a:latin typeface="Teko"/>
                <a:ea typeface="Teko"/>
                <a:cs typeface="Teko"/>
                <a:sym typeface="Teko"/>
              </a:defRPr>
            </a:lvl4pPr>
            <a:lvl5pPr lvl="4">
              <a:spcBef>
                <a:spcPts val="0"/>
              </a:spcBef>
              <a:spcAft>
                <a:spcPts val="0"/>
              </a:spcAft>
              <a:buSzPts val="12000"/>
              <a:buFont typeface="Teko"/>
              <a:buNone/>
              <a:defRPr sz="12000">
                <a:latin typeface="Teko"/>
                <a:ea typeface="Teko"/>
                <a:cs typeface="Teko"/>
                <a:sym typeface="Teko"/>
              </a:defRPr>
            </a:lvl5pPr>
            <a:lvl6pPr lvl="5">
              <a:spcBef>
                <a:spcPts val="0"/>
              </a:spcBef>
              <a:spcAft>
                <a:spcPts val="0"/>
              </a:spcAft>
              <a:buSzPts val="12000"/>
              <a:buFont typeface="Teko"/>
              <a:buNone/>
              <a:defRPr sz="12000">
                <a:latin typeface="Teko"/>
                <a:ea typeface="Teko"/>
                <a:cs typeface="Teko"/>
                <a:sym typeface="Teko"/>
              </a:defRPr>
            </a:lvl6pPr>
            <a:lvl7pPr lvl="6">
              <a:spcBef>
                <a:spcPts val="0"/>
              </a:spcBef>
              <a:spcAft>
                <a:spcPts val="0"/>
              </a:spcAft>
              <a:buSzPts val="12000"/>
              <a:buFont typeface="Teko"/>
              <a:buNone/>
              <a:defRPr sz="12000">
                <a:latin typeface="Teko"/>
                <a:ea typeface="Teko"/>
                <a:cs typeface="Teko"/>
                <a:sym typeface="Teko"/>
              </a:defRPr>
            </a:lvl7pPr>
            <a:lvl8pPr lvl="7">
              <a:spcBef>
                <a:spcPts val="0"/>
              </a:spcBef>
              <a:spcAft>
                <a:spcPts val="0"/>
              </a:spcAft>
              <a:buSzPts val="12000"/>
              <a:buFont typeface="Teko"/>
              <a:buNone/>
              <a:defRPr sz="12000">
                <a:latin typeface="Teko"/>
                <a:ea typeface="Teko"/>
                <a:cs typeface="Teko"/>
                <a:sym typeface="Teko"/>
              </a:defRPr>
            </a:lvl8pPr>
            <a:lvl9pPr lvl="8">
              <a:spcBef>
                <a:spcPts val="0"/>
              </a:spcBef>
              <a:spcAft>
                <a:spcPts val="0"/>
              </a:spcAft>
              <a:buSzPts val="12000"/>
              <a:buFont typeface="Teko"/>
              <a:buNone/>
              <a:defRPr sz="12000">
                <a:latin typeface="Teko"/>
                <a:ea typeface="Teko"/>
                <a:cs typeface="Teko"/>
                <a:sym typeface="Teko"/>
              </a:defRPr>
            </a:lvl9pPr>
          </a:lstStyle>
          <a:p>
            <a:endParaRPr/>
          </a:p>
        </p:txBody>
      </p:sp>
      <p:sp>
        <p:nvSpPr>
          <p:cNvPr id="78" name="Google Shape;78;p10"/>
          <p:cNvSpPr>
            <a:spLocks noGrp="1"/>
          </p:cNvSpPr>
          <p:nvPr>
            <p:ph type="pic" idx="2"/>
          </p:nvPr>
        </p:nvSpPr>
        <p:spPr>
          <a:xfrm>
            <a:off x="11579221" y="5937525"/>
            <a:ext cx="3487800" cy="2616000"/>
          </a:xfrm>
          <a:prstGeom prst="rect">
            <a:avLst/>
          </a:prstGeom>
          <a:noFill/>
          <a:ln>
            <a:noFill/>
          </a:ln>
        </p:spPr>
        <p:txBody>
          <a:bodyPr/>
          <a:lstStyle/>
          <a:p>
            <a:endParaRPr lang="en-IN"/>
          </a:p>
        </p:txBody>
      </p:sp>
      <p:sp>
        <p:nvSpPr>
          <p:cNvPr id="79" name="Google Shape;79;p10"/>
          <p:cNvSpPr txBox="1">
            <a:spLocks noGrp="1"/>
          </p:cNvSpPr>
          <p:nvPr>
            <p:ph type="body" idx="1"/>
          </p:nvPr>
        </p:nvSpPr>
        <p:spPr>
          <a:xfrm>
            <a:off x="2280263" y="5702863"/>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200"/>
              <a:buNone/>
              <a:defRPr/>
            </a:lvl1pPr>
            <a:lvl2pPr marL="914400" lvl="1" indent="-228600" algn="l">
              <a:spcBef>
                <a:spcPts val="240"/>
              </a:spcBef>
              <a:spcAft>
                <a:spcPts val="0"/>
              </a:spcAft>
              <a:buClr>
                <a:schemeClr val="dk1"/>
              </a:buClr>
              <a:buSzPts val="2200"/>
              <a:buNone/>
              <a:defRPr/>
            </a:lvl2pPr>
            <a:lvl3pPr marL="1371600" lvl="2" indent="-228600" algn="l">
              <a:spcBef>
                <a:spcPts val="200"/>
              </a:spcBef>
              <a:spcAft>
                <a:spcPts val="0"/>
              </a:spcAft>
              <a:buClr>
                <a:schemeClr val="dk1"/>
              </a:buClr>
              <a:buSzPts val="2200"/>
              <a:buNone/>
              <a:defRPr/>
            </a:lvl3pPr>
            <a:lvl4pPr marL="1828800" lvl="3" indent="-228600" algn="l">
              <a:spcBef>
                <a:spcPts val="180"/>
              </a:spcBef>
              <a:spcAft>
                <a:spcPts val="0"/>
              </a:spcAft>
              <a:buClr>
                <a:schemeClr val="dk1"/>
              </a:buClr>
              <a:buSzPts val="2200"/>
              <a:buNone/>
              <a:defRPr/>
            </a:lvl4pPr>
            <a:lvl5pPr marL="2286000" lvl="4" indent="-228600" algn="l">
              <a:spcBef>
                <a:spcPts val="180"/>
              </a:spcBef>
              <a:spcAft>
                <a:spcPts val="0"/>
              </a:spcAft>
              <a:buClr>
                <a:schemeClr val="dk1"/>
              </a:buClr>
              <a:buSzPts val="2200"/>
              <a:buNone/>
              <a:defRPr/>
            </a:lvl5pPr>
            <a:lvl6pPr marL="2743200" lvl="5" indent="-228600" algn="l">
              <a:spcBef>
                <a:spcPts val="180"/>
              </a:spcBef>
              <a:spcAft>
                <a:spcPts val="0"/>
              </a:spcAft>
              <a:buClr>
                <a:schemeClr val="dk1"/>
              </a:buClr>
              <a:buSzPts val="2200"/>
              <a:buNone/>
              <a:defRPr/>
            </a:lvl6pPr>
            <a:lvl7pPr marL="3200400" lvl="6" indent="-228600" algn="l">
              <a:spcBef>
                <a:spcPts val="180"/>
              </a:spcBef>
              <a:spcAft>
                <a:spcPts val="0"/>
              </a:spcAft>
              <a:buClr>
                <a:schemeClr val="dk1"/>
              </a:buClr>
              <a:buSzPts val="2200"/>
              <a:buNone/>
              <a:defRPr/>
            </a:lvl7pPr>
            <a:lvl8pPr marL="3657600" lvl="7" indent="-228600" algn="l">
              <a:spcBef>
                <a:spcPts val="180"/>
              </a:spcBef>
              <a:spcAft>
                <a:spcPts val="0"/>
              </a:spcAft>
              <a:buClr>
                <a:schemeClr val="dk1"/>
              </a:buClr>
              <a:buSzPts val="2200"/>
              <a:buNone/>
              <a:defRPr/>
            </a:lvl8pPr>
            <a:lvl9pPr marL="4114800" lvl="8" indent="-228600" algn="l">
              <a:spcBef>
                <a:spcPts val="180"/>
              </a:spcBef>
              <a:spcAft>
                <a:spcPts val="0"/>
              </a:spcAft>
              <a:buClr>
                <a:schemeClr val="dk1"/>
              </a:buClr>
              <a:buSzPts val="2200"/>
              <a:buNone/>
              <a:defRPr/>
            </a:lvl9pPr>
          </a:lstStyle>
          <a:p>
            <a:endParaRPr/>
          </a:p>
        </p:txBody>
      </p:sp>
      <p:grpSp>
        <p:nvGrpSpPr>
          <p:cNvPr id="80" name="Google Shape;80;p10"/>
          <p:cNvGrpSpPr/>
          <p:nvPr/>
        </p:nvGrpSpPr>
        <p:grpSpPr>
          <a:xfrm>
            <a:off x="463151" y="452860"/>
            <a:ext cx="2939055" cy="698967"/>
            <a:chOff x="0" y="0"/>
            <a:chExt cx="3918740" cy="931956"/>
          </a:xfrm>
        </p:grpSpPr>
        <p:grpSp>
          <p:nvGrpSpPr>
            <p:cNvPr id="81" name="Google Shape;81;p10"/>
            <p:cNvGrpSpPr/>
            <p:nvPr/>
          </p:nvGrpSpPr>
          <p:grpSpPr>
            <a:xfrm>
              <a:off x="0" y="0"/>
              <a:ext cx="931956" cy="931956"/>
              <a:chOff x="0" y="0"/>
              <a:chExt cx="812800" cy="812800"/>
            </a:xfrm>
          </p:grpSpPr>
          <p:sp>
            <p:nvSpPr>
              <p:cNvPr id="82" name="Google Shape;82;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0"/>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84;p10"/>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txBody>
            <a:bodyPr/>
            <a:lstStyle/>
            <a:p>
              <a:endParaRPr lang="en-IN"/>
            </a:p>
          </p:txBody>
        </p:sp>
        <p:sp>
          <p:nvSpPr>
            <p:cNvPr id="85" name="Google Shape;85;p10"/>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accent3"/>
              </a:buClr>
              <a:buSzPts val="12000"/>
              <a:buFont typeface="Teko"/>
              <a:buNone/>
              <a:defRPr sz="12000" i="0" u="none" strike="noStrike" cap="none">
                <a:solidFill>
                  <a:schemeClr val="accent3"/>
                </a:solidFill>
                <a:latin typeface="Teko"/>
                <a:ea typeface="Teko"/>
                <a:cs typeface="Teko"/>
                <a:sym typeface="Tek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395725" y="4723400"/>
            <a:ext cx="8229600" cy="45261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64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1pPr>
            <a:lvl2pPr marL="914400" marR="0" lvl="1" indent="-368300" algn="l" rtl="0">
              <a:spcBef>
                <a:spcPts val="56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2pPr>
            <a:lvl3pPr marL="1371600" marR="0" lvl="2" indent="-368300" algn="l" rtl="0">
              <a:spcBef>
                <a:spcPts val="48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3pPr>
            <a:lvl4pPr marL="1828800" marR="0" lvl="3"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4pPr>
            <a:lvl5pPr marL="2286000" marR="0" lvl="4"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5pPr>
            <a:lvl6pPr marL="2743200" marR="0" lvl="5"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6pPr>
            <a:lvl7pPr marL="3200400" marR="0" lvl="6"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7pPr>
            <a:lvl8pPr marL="3657600" marR="0" lvl="7"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8pPr>
            <a:lvl9pPr marL="4114800" marR="0" lvl="8"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3.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89"/>
        <p:cNvGrpSpPr/>
        <p:nvPr/>
      </p:nvGrpSpPr>
      <p:grpSpPr>
        <a:xfrm>
          <a:off x="0" y="0"/>
          <a:ext cx="0" cy="0"/>
          <a:chOff x="0" y="0"/>
          <a:chExt cx="0" cy="0"/>
        </a:xfrm>
      </p:grpSpPr>
      <p:pic>
        <p:nvPicPr>
          <p:cNvPr id="90" name="Google Shape;90;p11"/>
          <p:cNvPicPr preferRelativeResize="0"/>
          <p:nvPr/>
        </p:nvPicPr>
        <p:blipFill>
          <a:blip r:embed="rId3">
            <a:alphaModFix/>
          </a:blip>
          <a:stretch>
            <a:fillRect/>
          </a:stretch>
        </p:blipFill>
        <p:spPr>
          <a:xfrm>
            <a:off x="-443075" y="329562"/>
            <a:ext cx="18939100" cy="10542275"/>
          </a:xfrm>
          <a:prstGeom prst="rect">
            <a:avLst/>
          </a:prstGeom>
          <a:noFill/>
          <a:ln>
            <a:noFill/>
          </a:ln>
        </p:spPr>
      </p:pic>
      <p:grpSp>
        <p:nvGrpSpPr>
          <p:cNvPr id="91" name="Google Shape;91;p11"/>
          <p:cNvGrpSpPr/>
          <p:nvPr/>
        </p:nvGrpSpPr>
        <p:grpSpPr>
          <a:xfrm>
            <a:off x="11566530" y="992243"/>
            <a:ext cx="5692770" cy="8137872"/>
            <a:chOff x="0" y="-47625"/>
            <a:chExt cx="1646718" cy="2354001"/>
          </a:xfrm>
        </p:grpSpPr>
        <p:sp>
          <p:nvSpPr>
            <p:cNvPr id="92" name="Google Shape;92;p11"/>
            <p:cNvSpPr/>
            <p:nvPr/>
          </p:nvSpPr>
          <p:spPr>
            <a:xfrm>
              <a:off x="0" y="0"/>
              <a:ext cx="1646718" cy="2306376"/>
            </a:xfrm>
            <a:custGeom>
              <a:avLst/>
              <a:gdLst/>
              <a:ahLst/>
              <a:cxnLst/>
              <a:rect l="l" t="t" r="r" b="b"/>
              <a:pathLst>
                <a:path w="1646718" h="2306376" extrusionOk="0">
                  <a:moveTo>
                    <a:pt x="0" y="0"/>
                  </a:moveTo>
                  <a:lnTo>
                    <a:pt x="1646718" y="0"/>
                  </a:lnTo>
                  <a:lnTo>
                    <a:pt x="1646718" y="2306376"/>
                  </a:lnTo>
                  <a:lnTo>
                    <a:pt x="0" y="2306376"/>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93" name="Google Shape;93;p11"/>
            <p:cNvSpPr txBox="1"/>
            <p:nvPr/>
          </p:nvSpPr>
          <p:spPr>
            <a:xfrm>
              <a:off x="0" y="-47625"/>
              <a:ext cx="1646718" cy="235400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4" name="Google Shape;94;p11"/>
          <p:cNvGrpSpPr/>
          <p:nvPr/>
        </p:nvGrpSpPr>
        <p:grpSpPr>
          <a:xfrm>
            <a:off x="13080465" y="992241"/>
            <a:ext cx="2809881" cy="409797"/>
            <a:chOff x="0" y="-47625"/>
            <a:chExt cx="812800" cy="118539"/>
          </a:xfrm>
        </p:grpSpPr>
        <p:sp>
          <p:nvSpPr>
            <p:cNvPr id="95" name="Google Shape;95;p11"/>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IN"/>
            </a:p>
          </p:txBody>
        </p:sp>
        <p:sp>
          <p:nvSpPr>
            <p:cNvPr id="96" name="Google Shape;96;p11"/>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7" name="Google Shape;97;p11"/>
          <p:cNvGrpSpPr/>
          <p:nvPr/>
        </p:nvGrpSpPr>
        <p:grpSpPr>
          <a:xfrm rot="5400000">
            <a:off x="10366487" y="4938602"/>
            <a:ext cx="2809881" cy="409797"/>
            <a:chOff x="0" y="-47625"/>
            <a:chExt cx="812800" cy="118539"/>
          </a:xfrm>
        </p:grpSpPr>
        <p:sp>
          <p:nvSpPr>
            <p:cNvPr id="98" name="Google Shape;98;p11"/>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IN"/>
            </a:p>
          </p:txBody>
        </p:sp>
        <p:sp>
          <p:nvSpPr>
            <p:cNvPr id="99" name="Google Shape;99;p11"/>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0" name="Google Shape;100;p11"/>
          <p:cNvGrpSpPr/>
          <p:nvPr/>
        </p:nvGrpSpPr>
        <p:grpSpPr>
          <a:xfrm rot="5400000">
            <a:off x="15814104" y="4938602"/>
            <a:ext cx="2809881" cy="409797"/>
            <a:chOff x="0" y="-47625"/>
            <a:chExt cx="812800" cy="118539"/>
          </a:xfrm>
        </p:grpSpPr>
        <p:sp>
          <p:nvSpPr>
            <p:cNvPr id="101" name="Google Shape;101;p11"/>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IN"/>
            </a:p>
          </p:txBody>
        </p:sp>
        <p:sp>
          <p:nvSpPr>
            <p:cNvPr id="102" name="Google Shape;102;p11"/>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3" name="Google Shape;103;p11"/>
          <p:cNvGrpSpPr/>
          <p:nvPr/>
        </p:nvGrpSpPr>
        <p:grpSpPr>
          <a:xfrm>
            <a:off x="13080465" y="8720319"/>
            <a:ext cx="2809881" cy="409797"/>
            <a:chOff x="0" y="-47625"/>
            <a:chExt cx="812800" cy="118539"/>
          </a:xfrm>
        </p:grpSpPr>
        <p:sp>
          <p:nvSpPr>
            <p:cNvPr id="104" name="Google Shape;104;p11"/>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IN"/>
            </a:p>
          </p:txBody>
        </p:sp>
        <p:sp>
          <p:nvSpPr>
            <p:cNvPr id="105" name="Google Shape;105;p11"/>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6" name="Google Shape;106;p11"/>
          <p:cNvSpPr txBox="1"/>
          <p:nvPr/>
        </p:nvSpPr>
        <p:spPr>
          <a:xfrm>
            <a:off x="744477" y="2002935"/>
            <a:ext cx="10332965" cy="3250121"/>
          </a:xfrm>
          <a:prstGeom prst="rect">
            <a:avLst/>
          </a:prstGeom>
          <a:noFill/>
          <a:ln>
            <a:noFill/>
          </a:ln>
        </p:spPr>
        <p:txBody>
          <a:bodyPr spcFirstLastPara="1" wrap="square" lIns="0" tIns="0" rIns="0" bIns="0" anchor="t" anchorCtr="0">
            <a:spAutoFit/>
          </a:bodyPr>
          <a:lstStyle/>
          <a:p>
            <a:pPr marL="0" marR="0" lvl="0" indent="0" algn="l" rtl="0">
              <a:lnSpc>
                <a:spcPct val="120014"/>
              </a:lnSpc>
              <a:spcBef>
                <a:spcPts val="0"/>
              </a:spcBef>
              <a:spcAft>
                <a:spcPts val="0"/>
              </a:spcAft>
              <a:buNone/>
            </a:pPr>
            <a:r>
              <a:rPr lang="en-US" sz="8800" dirty="0">
                <a:solidFill>
                  <a:srgbClr val="FFFFFF"/>
                </a:solidFill>
                <a:latin typeface="Teko"/>
                <a:ea typeface="Teko"/>
                <a:cs typeface="Teko"/>
                <a:sym typeface="Teko"/>
              </a:rPr>
              <a:t>INFORMATION   GATHERING USING PYTHON</a:t>
            </a:r>
            <a:r>
              <a:rPr lang="en-US" sz="8800" b="0" i="0" u="none" strike="noStrike" cap="none" dirty="0">
                <a:solidFill>
                  <a:srgbClr val="FFFFFF"/>
                </a:solidFill>
                <a:latin typeface="Teko"/>
                <a:ea typeface="Teko"/>
                <a:cs typeface="Teko"/>
                <a:sym typeface="Teko"/>
              </a:rPr>
              <a:t> </a:t>
            </a:r>
            <a:endParaRPr sz="8800" dirty="0"/>
          </a:p>
        </p:txBody>
      </p:sp>
      <p:grpSp>
        <p:nvGrpSpPr>
          <p:cNvPr id="107" name="Google Shape;107;p11"/>
          <p:cNvGrpSpPr/>
          <p:nvPr/>
        </p:nvGrpSpPr>
        <p:grpSpPr>
          <a:xfrm>
            <a:off x="1188590" y="8546978"/>
            <a:ext cx="5587423" cy="1477752"/>
            <a:chOff x="24532" y="62556"/>
            <a:chExt cx="1487389" cy="596674"/>
          </a:xfrm>
        </p:grpSpPr>
        <p:sp>
          <p:nvSpPr>
            <p:cNvPr id="108" name="Google Shape;108;p11"/>
            <p:cNvSpPr/>
            <p:nvPr/>
          </p:nvSpPr>
          <p:spPr>
            <a:xfrm>
              <a:off x="24532" y="62556"/>
              <a:ext cx="1460038" cy="476325"/>
            </a:xfrm>
            <a:custGeom>
              <a:avLst/>
              <a:gdLst/>
              <a:ahLst/>
              <a:cxnLst/>
              <a:rect l="l" t="t" r="r" b="b"/>
              <a:pathLst>
                <a:path w="1460038" h="476325" extrusionOk="0">
                  <a:moveTo>
                    <a:pt x="0" y="0"/>
                  </a:moveTo>
                  <a:lnTo>
                    <a:pt x="1460038" y="0"/>
                  </a:lnTo>
                  <a:lnTo>
                    <a:pt x="1460038" y="476325"/>
                  </a:lnTo>
                  <a:lnTo>
                    <a:pt x="0" y="47632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09" name="Google Shape;109;p11"/>
            <p:cNvSpPr txBox="1"/>
            <p:nvPr/>
          </p:nvSpPr>
          <p:spPr>
            <a:xfrm>
              <a:off x="51883" y="135280"/>
              <a:ext cx="1460038" cy="52395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0" name="Google Shape;110;p11"/>
          <p:cNvGrpSpPr/>
          <p:nvPr/>
        </p:nvGrpSpPr>
        <p:grpSpPr>
          <a:xfrm>
            <a:off x="973261" y="8315477"/>
            <a:ext cx="5543582" cy="1297640"/>
            <a:chOff x="0" y="-47625"/>
            <a:chExt cx="1460038" cy="523950"/>
          </a:xfrm>
        </p:grpSpPr>
        <p:sp>
          <p:nvSpPr>
            <p:cNvPr id="111" name="Google Shape;111;p11"/>
            <p:cNvSpPr/>
            <p:nvPr/>
          </p:nvSpPr>
          <p:spPr>
            <a:xfrm>
              <a:off x="0" y="0"/>
              <a:ext cx="1460038" cy="476325"/>
            </a:xfrm>
            <a:custGeom>
              <a:avLst/>
              <a:gdLst/>
              <a:ahLst/>
              <a:cxnLst/>
              <a:rect l="l" t="t" r="r" b="b"/>
              <a:pathLst>
                <a:path w="1460038" h="476325" extrusionOk="0">
                  <a:moveTo>
                    <a:pt x="0" y="0"/>
                  </a:moveTo>
                  <a:lnTo>
                    <a:pt x="1460038" y="0"/>
                  </a:lnTo>
                  <a:lnTo>
                    <a:pt x="1460038" y="476325"/>
                  </a:lnTo>
                  <a:lnTo>
                    <a:pt x="0" y="47632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112" name="Google Shape;112;p11"/>
            <p:cNvSpPr txBox="1"/>
            <p:nvPr/>
          </p:nvSpPr>
          <p:spPr>
            <a:xfrm>
              <a:off x="0" y="-47625"/>
              <a:ext cx="1460038" cy="52395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9" name="Google Shape;119;p11"/>
          <p:cNvSpPr txBox="1"/>
          <p:nvPr/>
        </p:nvSpPr>
        <p:spPr>
          <a:xfrm>
            <a:off x="1188590" y="8156737"/>
            <a:ext cx="5298801" cy="1381688"/>
          </a:xfrm>
          <a:prstGeom prst="rect">
            <a:avLst/>
          </a:prstGeom>
          <a:noFill/>
          <a:ln>
            <a:noFill/>
          </a:ln>
        </p:spPr>
        <p:txBody>
          <a:bodyPr spcFirstLastPara="1" wrap="square" lIns="0" tIns="0" rIns="0" bIns="0" anchor="t" anchorCtr="0">
            <a:spAutoFit/>
          </a:bodyPr>
          <a:lstStyle/>
          <a:p>
            <a:pPr marL="0" marR="0" lvl="0" indent="0" algn="l" rtl="0">
              <a:lnSpc>
                <a:spcPct val="119997"/>
              </a:lnSpc>
              <a:spcBef>
                <a:spcPts val="0"/>
              </a:spcBef>
              <a:spcAft>
                <a:spcPts val="0"/>
              </a:spcAft>
              <a:buNone/>
            </a:pPr>
            <a:r>
              <a:rPr lang="en-US" sz="9086" b="0" i="0" u="none" strike="noStrike" cap="none" dirty="0">
                <a:solidFill>
                  <a:srgbClr val="FFFFFF"/>
                </a:solidFill>
                <a:latin typeface="Teko"/>
                <a:ea typeface="Teko"/>
                <a:cs typeface="Teko"/>
                <a:sym typeface="Teko"/>
              </a:rPr>
              <a:t>PRESENTATION</a:t>
            </a:r>
            <a:endParaRPr dirty="0"/>
          </a:p>
        </p:txBody>
      </p:sp>
      <p:sp>
        <p:nvSpPr>
          <p:cNvPr id="120" name="Google Shape;120;p11"/>
          <p:cNvSpPr/>
          <p:nvPr/>
        </p:nvSpPr>
        <p:spPr>
          <a:xfrm>
            <a:off x="8814032" y="665925"/>
            <a:ext cx="1469549" cy="1472226"/>
          </a:xfrm>
          <a:custGeom>
            <a:avLst/>
            <a:gdLst/>
            <a:ahLst/>
            <a:cxnLst/>
            <a:rect l="l" t="t" r="r" b="b"/>
            <a:pathLst>
              <a:path w="1469549" h="1472226" extrusionOk="0">
                <a:moveTo>
                  <a:pt x="0" y="0"/>
                </a:moveTo>
                <a:lnTo>
                  <a:pt x="1469549" y="0"/>
                </a:lnTo>
                <a:lnTo>
                  <a:pt x="1469549" y="1472226"/>
                </a:lnTo>
                <a:lnTo>
                  <a:pt x="0" y="1472226"/>
                </a:lnTo>
                <a:lnTo>
                  <a:pt x="0" y="0"/>
                </a:lnTo>
                <a:close/>
              </a:path>
            </a:pathLst>
          </a:custGeom>
          <a:blipFill rotWithShape="1">
            <a:blip r:embed="rId4">
              <a:alphaModFix/>
            </a:blip>
            <a:stretch>
              <a:fillRect/>
            </a:stretch>
          </a:blipFill>
          <a:ln>
            <a:noFill/>
          </a:ln>
        </p:spPr>
        <p:txBody>
          <a:bodyPr/>
          <a:lstStyle/>
          <a:p>
            <a:endParaRPr lang="en-IN"/>
          </a:p>
        </p:txBody>
      </p:sp>
      <p:pic>
        <p:nvPicPr>
          <p:cNvPr id="122" name="Google Shape;122;p11"/>
          <p:cNvPicPr preferRelativeResize="0"/>
          <p:nvPr/>
        </p:nvPicPr>
        <p:blipFill>
          <a:blip r:embed="rId5">
            <a:alphaModFix/>
          </a:blip>
          <a:stretch>
            <a:fillRect/>
          </a:stretch>
        </p:blipFill>
        <p:spPr>
          <a:xfrm>
            <a:off x="12231400" y="1677550"/>
            <a:ext cx="4527650" cy="6767262"/>
          </a:xfrm>
          <a:prstGeom prst="rect">
            <a:avLst/>
          </a:prstGeom>
          <a:noFill/>
          <a:ln>
            <a:noFill/>
          </a:ln>
        </p:spPr>
      </p:pic>
      <p:pic>
        <p:nvPicPr>
          <p:cNvPr id="123" name="Google Shape;123;p11"/>
          <p:cNvPicPr preferRelativeResize="0"/>
          <p:nvPr/>
        </p:nvPicPr>
        <p:blipFill>
          <a:blip r:embed="rId6">
            <a:alphaModFix/>
          </a:blip>
          <a:stretch>
            <a:fillRect/>
          </a:stretch>
        </p:blipFill>
        <p:spPr>
          <a:xfrm>
            <a:off x="340759" y="1899252"/>
            <a:ext cx="1131100" cy="3495582"/>
          </a:xfrm>
          <a:prstGeom prst="rect">
            <a:avLst/>
          </a:prstGeom>
          <a:noFill/>
          <a:ln>
            <a:noFill/>
          </a:ln>
        </p:spPr>
      </p:pic>
      <p:pic>
        <p:nvPicPr>
          <p:cNvPr id="124" name="Google Shape;124;p11"/>
          <p:cNvPicPr preferRelativeResize="0"/>
          <p:nvPr/>
        </p:nvPicPr>
        <p:blipFill>
          <a:blip r:embed="rId7">
            <a:alphaModFix/>
          </a:blip>
          <a:stretch>
            <a:fillRect/>
          </a:stretch>
        </p:blipFill>
        <p:spPr>
          <a:xfrm>
            <a:off x="10875974" y="514112"/>
            <a:ext cx="7073814" cy="9094048"/>
          </a:xfrm>
          <a:prstGeom prst="rect">
            <a:avLst/>
          </a:prstGeom>
          <a:noFill/>
          <a:ln>
            <a:noFill/>
          </a:ln>
        </p:spPr>
      </p:pic>
      <p:sp>
        <p:nvSpPr>
          <p:cNvPr id="4" name="TextBox 3">
            <a:extLst>
              <a:ext uri="{FF2B5EF4-FFF2-40B4-BE49-F238E27FC236}">
                <a16:creationId xmlns:a16="http://schemas.microsoft.com/office/drawing/2014/main" id="{355A1EDC-C7B6-5C6E-98D9-5416F6FCA72F}"/>
              </a:ext>
            </a:extLst>
          </p:cNvPr>
          <p:cNvSpPr txBox="1"/>
          <p:nvPr/>
        </p:nvSpPr>
        <p:spPr>
          <a:xfrm>
            <a:off x="4616863" y="5612185"/>
            <a:ext cx="6949666" cy="2123658"/>
          </a:xfrm>
          <a:prstGeom prst="rect">
            <a:avLst/>
          </a:prstGeom>
          <a:noFill/>
        </p:spPr>
        <p:txBody>
          <a:bodyPr wrap="square" rtlCol="0">
            <a:spAutoFit/>
          </a:bodyPr>
          <a:lstStyle/>
          <a:p>
            <a:r>
              <a:rPr lang="en-GB" sz="4400" dirty="0">
                <a:solidFill>
                  <a:schemeClr val="bg1"/>
                </a:solidFill>
                <a:latin typeface="Teko" panose="020B0604020202020204" charset="0"/>
                <a:cs typeface="Teko" panose="020B0604020202020204" charset="0"/>
              </a:rPr>
              <a:t>PARTICIPANT 1: FIONN FINANE </a:t>
            </a:r>
          </a:p>
          <a:p>
            <a:r>
              <a:rPr lang="en-GB" sz="4400" dirty="0">
                <a:solidFill>
                  <a:schemeClr val="bg1"/>
                </a:solidFill>
                <a:latin typeface="Teko" panose="020B0604020202020204" charset="0"/>
                <a:cs typeface="Teko" panose="020B0604020202020204" charset="0"/>
              </a:rPr>
              <a:t>PARTICIPANT 2: AAQIB KHAN</a:t>
            </a:r>
          </a:p>
          <a:p>
            <a:r>
              <a:rPr lang="en-GB" sz="4400" dirty="0">
                <a:solidFill>
                  <a:schemeClr val="bg1"/>
                </a:solidFill>
                <a:latin typeface="Teko" panose="020B0604020202020204" charset="0"/>
                <a:cs typeface="Teko" panose="020B0604020202020204" charset="0"/>
              </a:rPr>
              <a:t>MENTOR: PROF. DIMPLE CHOUHAN</a:t>
            </a:r>
            <a:endParaRPr lang="en-IN" sz="4400" dirty="0">
              <a:solidFill>
                <a:schemeClr val="bg1"/>
              </a:solidFill>
              <a:latin typeface="Teko" panose="020B0604020202020204" charset="0"/>
              <a:cs typeface="Teko"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716">
          <a:extLst>
            <a:ext uri="{FF2B5EF4-FFF2-40B4-BE49-F238E27FC236}">
              <a16:creationId xmlns:a16="http://schemas.microsoft.com/office/drawing/2014/main" id="{3FEC5F40-DC27-224A-9FB9-8B7338E9AC6F}"/>
            </a:ext>
          </a:extLst>
        </p:cNvPr>
        <p:cNvGrpSpPr/>
        <p:nvPr/>
      </p:nvGrpSpPr>
      <p:grpSpPr>
        <a:xfrm>
          <a:off x="0" y="0"/>
          <a:ext cx="0" cy="0"/>
          <a:chOff x="0" y="0"/>
          <a:chExt cx="0" cy="0"/>
        </a:xfrm>
      </p:grpSpPr>
      <p:pic>
        <p:nvPicPr>
          <p:cNvPr id="717" name="Google Shape;717;p30">
            <a:extLst>
              <a:ext uri="{FF2B5EF4-FFF2-40B4-BE49-F238E27FC236}">
                <a16:creationId xmlns:a16="http://schemas.microsoft.com/office/drawing/2014/main" id="{6CFAB5C2-E5B7-D601-FD6C-B6ABEE555B8A}"/>
              </a:ext>
            </a:extLst>
          </p:cNvPr>
          <p:cNvPicPr preferRelativeResize="0"/>
          <p:nvPr/>
        </p:nvPicPr>
        <p:blipFill>
          <a:blip r:embed="rId3">
            <a:alphaModFix/>
          </a:blip>
          <a:stretch>
            <a:fillRect/>
          </a:stretch>
        </p:blipFill>
        <p:spPr>
          <a:xfrm>
            <a:off x="-460402" y="0"/>
            <a:ext cx="19205601" cy="10690624"/>
          </a:xfrm>
          <a:prstGeom prst="rect">
            <a:avLst/>
          </a:prstGeom>
          <a:noFill/>
          <a:ln>
            <a:noFill/>
          </a:ln>
        </p:spPr>
      </p:pic>
      <p:pic>
        <p:nvPicPr>
          <p:cNvPr id="718" name="Google Shape;718;p30">
            <a:extLst>
              <a:ext uri="{FF2B5EF4-FFF2-40B4-BE49-F238E27FC236}">
                <a16:creationId xmlns:a16="http://schemas.microsoft.com/office/drawing/2014/main" id="{E9A51156-3F57-D875-C6F8-32FB5FD67066}"/>
              </a:ext>
            </a:extLst>
          </p:cNvPr>
          <p:cNvPicPr preferRelativeResize="0"/>
          <p:nvPr/>
        </p:nvPicPr>
        <p:blipFill>
          <a:blip r:embed="rId4">
            <a:alphaModFix/>
          </a:blip>
          <a:stretch>
            <a:fillRect/>
          </a:stretch>
        </p:blipFill>
        <p:spPr>
          <a:xfrm>
            <a:off x="616580" y="521125"/>
            <a:ext cx="17141668" cy="9299051"/>
          </a:xfrm>
          <a:prstGeom prst="rect">
            <a:avLst/>
          </a:prstGeom>
          <a:noFill/>
          <a:ln>
            <a:noFill/>
          </a:ln>
        </p:spPr>
      </p:pic>
      <p:sp>
        <p:nvSpPr>
          <p:cNvPr id="722" name="Google Shape;722;p30">
            <a:extLst>
              <a:ext uri="{FF2B5EF4-FFF2-40B4-BE49-F238E27FC236}">
                <a16:creationId xmlns:a16="http://schemas.microsoft.com/office/drawing/2014/main" id="{532C01EB-F6C0-5C01-9A38-3645FD9B61FD}"/>
              </a:ext>
            </a:extLst>
          </p:cNvPr>
          <p:cNvSpPr txBox="1"/>
          <p:nvPr/>
        </p:nvSpPr>
        <p:spPr>
          <a:xfrm>
            <a:off x="2755047" y="4094225"/>
            <a:ext cx="12651949" cy="3323987"/>
          </a:xfrm>
          <a:prstGeom prst="rect">
            <a:avLst/>
          </a:prstGeom>
          <a:noFill/>
          <a:ln>
            <a:noFill/>
          </a:ln>
        </p:spPr>
        <p:txBody>
          <a:bodyPr spcFirstLastPara="1" wrap="square" lIns="0" tIns="0" rIns="0" bIns="0" anchor="t" anchorCtr="0">
            <a:spAutoFit/>
          </a:bodyPr>
          <a:lstStyle/>
          <a:p>
            <a:pPr marL="0" marR="0" lvl="0" indent="0" algn="ctr" rtl="0">
              <a:lnSpc>
                <a:spcPct val="120005"/>
              </a:lnSpc>
              <a:spcBef>
                <a:spcPts val="0"/>
              </a:spcBef>
              <a:spcAft>
                <a:spcPts val="0"/>
              </a:spcAft>
              <a:buNone/>
            </a:pPr>
            <a:r>
              <a:rPr lang="en-GB" sz="6000" dirty="0">
                <a:solidFill>
                  <a:srgbClr val="FFFFFF"/>
                </a:solidFill>
                <a:latin typeface="Teko"/>
                <a:ea typeface="Teko"/>
                <a:cs typeface="Teko"/>
                <a:sym typeface="Teko"/>
              </a:rPr>
              <a:t>"This content is intended solely for educational use and should not be considered as professional advice. Always consult a qualified expert for specific guidance."</a:t>
            </a:r>
            <a:endParaRPr sz="6000" dirty="0"/>
          </a:p>
        </p:txBody>
      </p:sp>
      <p:sp>
        <p:nvSpPr>
          <p:cNvPr id="723" name="Google Shape;723;p30">
            <a:extLst>
              <a:ext uri="{FF2B5EF4-FFF2-40B4-BE49-F238E27FC236}">
                <a16:creationId xmlns:a16="http://schemas.microsoft.com/office/drawing/2014/main" id="{C1E3B7B6-2730-3D26-7657-9F8FC0E82AA8}"/>
              </a:ext>
            </a:extLst>
          </p:cNvPr>
          <p:cNvSpPr/>
          <p:nvPr/>
        </p:nvSpPr>
        <p:spPr>
          <a:xfrm>
            <a:off x="15406996" y="6451036"/>
            <a:ext cx="1469549" cy="1472226"/>
          </a:xfrm>
          <a:custGeom>
            <a:avLst/>
            <a:gdLst/>
            <a:ahLst/>
            <a:cxnLst/>
            <a:rect l="l" t="t" r="r" b="b"/>
            <a:pathLst>
              <a:path w="1469549" h="1472226" extrusionOk="0">
                <a:moveTo>
                  <a:pt x="0" y="0"/>
                </a:moveTo>
                <a:lnTo>
                  <a:pt x="1469549" y="0"/>
                </a:lnTo>
                <a:lnTo>
                  <a:pt x="1469549" y="1472226"/>
                </a:lnTo>
                <a:lnTo>
                  <a:pt x="0" y="1472226"/>
                </a:lnTo>
                <a:lnTo>
                  <a:pt x="0" y="0"/>
                </a:lnTo>
                <a:close/>
              </a:path>
            </a:pathLst>
          </a:custGeom>
          <a:blipFill rotWithShape="1">
            <a:blip r:embed="rId5">
              <a:alphaModFix/>
            </a:blip>
            <a:stretch>
              <a:fillRect/>
            </a:stretch>
          </a:blipFill>
          <a:ln>
            <a:noFill/>
          </a:ln>
        </p:spPr>
        <p:txBody>
          <a:bodyPr/>
          <a:lstStyle/>
          <a:p>
            <a:endParaRPr lang="en-IN"/>
          </a:p>
        </p:txBody>
      </p:sp>
      <p:pic>
        <p:nvPicPr>
          <p:cNvPr id="724" name="Google Shape;724;p30">
            <a:extLst>
              <a:ext uri="{FF2B5EF4-FFF2-40B4-BE49-F238E27FC236}">
                <a16:creationId xmlns:a16="http://schemas.microsoft.com/office/drawing/2014/main" id="{3AA2A39A-4F24-4B00-0539-354A78A8B22D}"/>
              </a:ext>
            </a:extLst>
          </p:cNvPr>
          <p:cNvPicPr preferRelativeResize="0"/>
          <p:nvPr/>
        </p:nvPicPr>
        <p:blipFill>
          <a:blip r:embed="rId6">
            <a:alphaModFix/>
          </a:blip>
          <a:stretch>
            <a:fillRect/>
          </a:stretch>
        </p:blipFill>
        <p:spPr>
          <a:xfrm>
            <a:off x="826950" y="1626800"/>
            <a:ext cx="4542549" cy="2349600"/>
          </a:xfrm>
          <a:prstGeom prst="rect">
            <a:avLst/>
          </a:prstGeom>
          <a:noFill/>
          <a:ln>
            <a:noFill/>
          </a:ln>
        </p:spPr>
      </p:pic>
    </p:spTree>
    <p:extLst>
      <p:ext uri="{BB962C8B-B14F-4D97-AF65-F5344CB8AC3E}">
        <p14:creationId xmlns:p14="http://schemas.microsoft.com/office/powerpoint/2010/main" val="462661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129"/>
        <p:cNvGrpSpPr/>
        <p:nvPr/>
      </p:nvGrpSpPr>
      <p:grpSpPr>
        <a:xfrm>
          <a:off x="0" y="0"/>
          <a:ext cx="0" cy="0"/>
          <a:chOff x="0" y="0"/>
          <a:chExt cx="0" cy="0"/>
        </a:xfrm>
      </p:grpSpPr>
      <p:pic>
        <p:nvPicPr>
          <p:cNvPr id="130" name="Google Shape;130;p12"/>
          <p:cNvPicPr preferRelativeResize="0"/>
          <p:nvPr/>
        </p:nvPicPr>
        <p:blipFill>
          <a:blip r:embed="rId3">
            <a:alphaModFix/>
          </a:blip>
          <a:stretch>
            <a:fillRect/>
          </a:stretch>
        </p:blipFill>
        <p:spPr>
          <a:xfrm>
            <a:off x="10629100" y="418988"/>
            <a:ext cx="7209274" cy="9268199"/>
          </a:xfrm>
          <a:prstGeom prst="rect">
            <a:avLst/>
          </a:prstGeom>
          <a:noFill/>
          <a:ln>
            <a:noFill/>
          </a:ln>
        </p:spPr>
      </p:pic>
      <p:grpSp>
        <p:nvGrpSpPr>
          <p:cNvPr id="131" name="Google Shape;131;p12"/>
          <p:cNvGrpSpPr/>
          <p:nvPr/>
        </p:nvGrpSpPr>
        <p:grpSpPr>
          <a:xfrm>
            <a:off x="1028700" y="1329089"/>
            <a:ext cx="9101392" cy="1989374"/>
            <a:chOff x="0" y="-47625"/>
            <a:chExt cx="2397075" cy="523950"/>
          </a:xfrm>
        </p:grpSpPr>
        <p:sp>
          <p:nvSpPr>
            <p:cNvPr id="132" name="Google Shape;132;p12"/>
            <p:cNvSpPr/>
            <p:nvPr/>
          </p:nvSpPr>
          <p:spPr>
            <a:xfrm>
              <a:off x="0" y="0"/>
              <a:ext cx="2397075" cy="476325"/>
            </a:xfrm>
            <a:custGeom>
              <a:avLst/>
              <a:gdLst/>
              <a:ahLst/>
              <a:cxnLst/>
              <a:rect l="l" t="t" r="r" b="b"/>
              <a:pathLst>
                <a:path w="2397075" h="476325" extrusionOk="0">
                  <a:moveTo>
                    <a:pt x="0" y="0"/>
                  </a:moveTo>
                  <a:lnTo>
                    <a:pt x="2397075" y="0"/>
                  </a:lnTo>
                  <a:lnTo>
                    <a:pt x="2397075" y="476325"/>
                  </a:lnTo>
                  <a:lnTo>
                    <a:pt x="0" y="47632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33" name="Google Shape;133;p12"/>
            <p:cNvSpPr txBox="1"/>
            <p:nvPr/>
          </p:nvSpPr>
          <p:spPr>
            <a:xfrm>
              <a:off x="0" y="-47625"/>
              <a:ext cx="2397075" cy="52395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4" name="Google Shape;134;p12"/>
          <p:cNvGrpSpPr/>
          <p:nvPr/>
        </p:nvGrpSpPr>
        <p:grpSpPr>
          <a:xfrm>
            <a:off x="463151" y="452860"/>
            <a:ext cx="2939098" cy="698968"/>
            <a:chOff x="0" y="0"/>
            <a:chExt cx="3918798" cy="931958"/>
          </a:xfrm>
        </p:grpSpPr>
        <p:grpSp>
          <p:nvGrpSpPr>
            <p:cNvPr id="135" name="Google Shape;135;p12"/>
            <p:cNvGrpSpPr/>
            <p:nvPr/>
          </p:nvGrpSpPr>
          <p:grpSpPr>
            <a:xfrm>
              <a:off x="0" y="0"/>
              <a:ext cx="931958" cy="931958"/>
              <a:chOff x="0" y="0"/>
              <a:chExt cx="812800" cy="812800"/>
            </a:xfrm>
          </p:grpSpPr>
          <p:sp>
            <p:nvSpPr>
              <p:cNvPr id="136" name="Google Shape;136;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8" name="Google Shape;138;p12"/>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4">
                <a:alphaModFix/>
              </a:blip>
              <a:stretch>
                <a:fillRect/>
              </a:stretch>
            </a:blipFill>
            <a:ln>
              <a:noFill/>
            </a:ln>
          </p:spPr>
          <p:txBody>
            <a:bodyPr/>
            <a:lstStyle/>
            <a:p>
              <a:endParaRPr lang="en-IN"/>
            </a:p>
          </p:txBody>
        </p:sp>
        <p:sp>
          <p:nvSpPr>
            <p:cNvPr id="139" name="Google Shape;139;p12"/>
            <p:cNvSpPr txBox="1"/>
            <p:nvPr/>
          </p:nvSpPr>
          <p:spPr>
            <a:xfrm>
              <a:off x="1080440" y="127336"/>
              <a:ext cx="2838358" cy="74011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grpSp>
        <p:nvGrpSpPr>
          <p:cNvPr id="140" name="Google Shape;140;p12"/>
          <p:cNvGrpSpPr/>
          <p:nvPr/>
        </p:nvGrpSpPr>
        <p:grpSpPr>
          <a:xfrm>
            <a:off x="1028700" y="3974703"/>
            <a:ext cx="1731395" cy="1912221"/>
            <a:chOff x="0" y="-47625"/>
            <a:chExt cx="456005" cy="503630"/>
          </a:xfrm>
        </p:grpSpPr>
        <p:sp>
          <p:nvSpPr>
            <p:cNvPr id="141" name="Google Shape;141;p12"/>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42" name="Google Shape;142;p12"/>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3" name="Google Shape;143;p12"/>
          <p:cNvGrpSpPr/>
          <p:nvPr/>
        </p:nvGrpSpPr>
        <p:grpSpPr>
          <a:xfrm>
            <a:off x="1151438" y="4096976"/>
            <a:ext cx="1731395" cy="1912221"/>
            <a:chOff x="0" y="-47625"/>
            <a:chExt cx="456005" cy="503630"/>
          </a:xfrm>
        </p:grpSpPr>
        <p:sp>
          <p:nvSpPr>
            <p:cNvPr id="144" name="Google Shape;144;p12"/>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145" name="Google Shape;145;p12"/>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6" name="Google Shape;146;p12"/>
          <p:cNvGrpSpPr/>
          <p:nvPr/>
        </p:nvGrpSpPr>
        <p:grpSpPr>
          <a:xfrm>
            <a:off x="6607873" y="4096976"/>
            <a:ext cx="1731395" cy="1912221"/>
            <a:chOff x="0" y="-47625"/>
            <a:chExt cx="456005" cy="503630"/>
          </a:xfrm>
        </p:grpSpPr>
        <p:sp>
          <p:nvSpPr>
            <p:cNvPr id="147" name="Google Shape;147;p12"/>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148" name="Google Shape;148;p12"/>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9" name="Google Shape;149;p12"/>
          <p:cNvGrpSpPr/>
          <p:nvPr/>
        </p:nvGrpSpPr>
        <p:grpSpPr>
          <a:xfrm>
            <a:off x="12023000" y="4096976"/>
            <a:ext cx="1731395" cy="1912221"/>
            <a:chOff x="0" y="-47625"/>
            <a:chExt cx="456005" cy="503630"/>
          </a:xfrm>
        </p:grpSpPr>
        <p:sp>
          <p:nvSpPr>
            <p:cNvPr id="150" name="Google Shape;150;p12"/>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151" name="Google Shape;151;p12"/>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2" name="Google Shape;152;p12"/>
          <p:cNvGrpSpPr/>
          <p:nvPr/>
        </p:nvGrpSpPr>
        <p:grpSpPr>
          <a:xfrm>
            <a:off x="6447519" y="3974703"/>
            <a:ext cx="1731395" cy="1912221"/>
            <a:chOff x="0" y="-47625"/>
            <a:chExt cx="456005" cy="503630"/>
          </a:xfrm>
        </p:grpSpPr>
        <p:sp>
          <p:nvSpPr>
            <p:cNvPr id="153" name="Google Shape;153;p12"/>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54" name="Google Shape;154;p12"/>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5" name="Google Shape;155;p12"/>
          <p:cNvSpPr txBox="1"/>
          <p:nvPr/>
        </p:nvSpPr>
        <p:spPr>
          <a:xfrm>
            <a:off x="11866337" y="7668658"/>
            <a:ext cx="3306074" cy="142192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dirty="0">
                <a:solidFill>
                  <a:srgbClr val="FFFFFF"/>
                </a:solidFill>
                <a:latin typeface="Montserrat"/>
                <a:ea typeface="Montserrat"/>
                <a:cs typeface="Montserrat"/>
                <a:sym typeface="Montserrat"/>
              </a:rPr>
              <a:t>Elaborate on what </a:t>
            </a:r>
            <a:r>
              <a:rPr lang="en-US" sz="2200" dirty="0">
                <a:solidFill>
                  <a:srgbClr val="FFFFFF"/>
                </a:solidFill>
                <a:latin typeface="Montserrat"/>
                <a:ea typeface="Montserrat"/>
                <a:cs typeface="Montserrat"/>
                <a:sym typeface="Montserrat"/>
              </a:rPr>
              <a:t>logic the code is based on</a:t>
            </a:r>
            <a:r>
              <a:rPr lang="en-US" sz="2200" b="0" i="0" u="none" strike="noStrike" cap="none" dirty="0">
                <a:solidFill>
                  <a:srgbClr val="FFFFFF"/>
                </a:solidFill>
                <a:latin typeface="Montserrat"/>
                <a:ea typeface="Montserrat"/>
                <a:cs typeface="Montserrat"/>
                <a:sym typeface="Montserrat"/>
              </a:rPr>
              <a:t>. </a:t>
            </a:r>
            <a:endParaRPr dirty="0"/>
          </a:p>
        </p:txBody>
      </p:sp>
      <p:sp>
        <p:nvSpPr>
          <p:cNvPr id="156" name="Google Shape;156;p12"/>
          <p:cNvSpPr txBox="1"/>
          <p:nvPr/>
        </p:nvSpPr>
        <p:spPr>
          <a:xfrm>
            <a:off x="1028700" y="6775137"/>
            <a:ext cx="3708267" cy="931489"/>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6128" b="0" i="0" u="none" strike="noStrike" cap="none" dirty="0">
                <a:solidFill>
                  <a:srgbClr val="FFFFFF"/>
                </a:solidFill>
                <a:latin typeface="Teko"/>
                <a:ea typeface="Teko"/>
                <a:cs typeface="Teko"/>
                <a:sym typeface="Teko"/>
              </a:rPr>
              <a:t>INTRODUCTION</a:t>
            </a:r>
            <a:endParaRPr dirty="0"/>
          </a:p>
        </p:txBody>
      </p:sp>
      <p:sp>
        <p:nvSpPr>
          <p:cNvPr id="157" name="Google Shape;157;p12"/>
          <p:cNvSpPr txBox="1"/>
          <p:nvPr/>
        </p:nvSpPr>
        <p:spPr>
          <a:xfrm>
            <a:off x="1028700" y="7668526"/>
            <a:ext cx="3306074" cy="7632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dirty="0">
                <a:solidFill>
                  <a:srgbClr val="FFFFFF"/>
                </a:solidFill>
                <a:latin typeface="Montserrat"/>
                <a:ea typeface="Montserrat"/>
                <a:cs typeface="Montserrat"/>
                <a:sym typeface="Montserrat"/>
              </a:rPr>
              <a:t>Elaborate on what you want to discuss. </a:t>
            </a:r>
            <a:endParaRPr dirty="0"/>
          </a:p>
        </p:txBody>
      </p:sp>
      <p:sp>
        <p:nvSpPr>
          <p:cNvPr id="158" name="Google Shape;158;p12"/>
          <p:cNvSpPr txBox="1"/>
          <p:nvPr/>
        </p:nvSpPr>
        <p:spPr>
          <a:xfrm>
            <a:off x="11857156" y="6725124"/>
            <a:ext cx="3794478" cy="1131592"/>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6128" b="0" i="0" u="none" strike="noStrike" cap="none" dirty="0">
                <a:solidFill>
                  <a:srgbClr val="FFFFFF"/>
                </a:solidFill>
                <a:latin typeface="Teko"/>
                <a:ea typeface="Teko"/>
                <a:cs typeface="Teko"/>
                <a:sym typeface="Teko"/>
              </a:rPr>
              <a:t>ALGORITHM</a:t>
            </a:r>
            <a:endParaRPr dirty="0"/>
          </a:p>
        </p:txBody>
      </p:sp>
      <p:sp>
        <p:nvSpPr>
          <p:cNvPr id="159" name="Google Shape;159;p12"/>
          <p:cNvSpPr txBox="1"/>
          <p:nvPr/>
        </p:nvSpPr>
        <p:spPr>
          <a:xfrm>
            <a:off x="1189054" y="4256367"/>
            <a:ext cx="1410687" cy="1529719"/>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a:solidFill>
                  <a:srgbClr val="FFFFFF"/>
                </a:solidFill>
                <a:latin typeface="Teko"/>
                <a:ea typeface="Teko"/>
                <a:cs typeface="Teko"/>
                <a:sym typeface="Teko"/>
              </a:rPr>
              <a:t>01.</a:t>
            </a:r>
            <a:endParaRPr/>
          </a:p>
        </p:txBody>
      </p:sp>
      <p:grpSp>
        <p:nvGrpSpPr>
          <p:cNvPr id="160" name="Google Shape;160;p12"/>
          <p:cNvGrpSpPr/>
          <p:nvPr/>
        </p:nvGrpSpPr>
        <p:grpSpPr>
          <a:xfrm>
            <a:off x="11866337" y="3974703"/>
            <a:ext cx="1731395" cy="1912221"/>
            <a:chOff x="0" y="-47625"/>
            <a:chExt cx="456005" cy="503630"/>
          </a:xfrm>
        </p:grpSpPr>
        <p:sp>
          <p:nvSpPr>
            <p:cNvPr id="161" name="Google Shape;161;p12"/>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62" name="Google Shape;162;p12"/>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3" name="Google Shape;163;p12"/>
          <p:cNvSpPr txBox="1"/>
          <p:nvPr/>
        </p:nvSpPr>
        <p:spPr>
          <a:xfrm>
            <a:off x="1252572" y="1610641"/>
            <a:ext cx="9157897" cy="1825849"/>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b="0" i="0" u="none" strike="noStrike" cap="none">
                <a:solidFill>
                  <a:srgbClr val="FFFFFF"/>
                </a:solidFill>
                <a:latin typeface="Teko"/>
                <a:ea typeface="Teko"/>
                <a:cs typeface="Teko"/>
                <a:sym typeface="Teko"/>
              </a:rPr>
              <a:t>TABLE OF CONTENTS</a:t>
            </a:r>
            <a:endParaRPr/>
          </a:p>
        </p:txBody>
      </p:sp>
      <p:sp>
        <p:nvSpPr>
          <p:cNvPr id="164" name="Google Shape;164;p12"/>
          <p:cNvSpPr txBox="1"/>
          <p:nvPr/>
        </p:nvSpPr>
        <p:spPr>
          <a:xfrm>
            <a:off x="12108687" y="4256367"/>
            <a:ext cx="1410687" cy="1529719"/>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a:solidFill>
                  <a:srgbClr val="FFFFFF"/>
                </a:solidFill>
                <a:latin typeface="Teko"/>
                <a:ea typeface="Teko"/>
                <a:cs typeface="Teko"/>
                <a:sym typeface="Teko"/>
              </a:rPr>
              <a:t>03.</a:t>
            </a:r>
            <a:endParaRPr/>
          </a:p>
        </p:txBody>
      </p:sp>
      <p:sp>
        <p:nvSpPr>
          <p:cNvPr id="165" name="Google Shape;165;p12"/>
          <p:cNvSpPr txBox="1"/>
          <p:nvPr/>
        </p:nvSpPr>
        <p:spPr>
          <a:xfrm>
            <a:off x="6447519" y="6725124"/>
            <a:ext cx="3306074" cy="1131592"/>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6128" dirty="0">
                <a:solidFill>
                  <a:srgbClr val="FFFFFF"/>
                </a:solidFill>
                <a:latin typeface="Teko"/>
                <a:cs typeface="Teko"/>
                <a:sym typeface="Teko"/>
              </a:rPr>
              <a:t>REQUIREMENT</a:t>
            </a:r>
            <a:endParaRPr dirty="0"/>
          </a:p>
        </p:txBody>
      </p:sp>
      <p:sp>
        <p:nvSpPr>
          <p:cNvPr id="166" name="Google Shape;166;p12"/>
          <p:cNvSpPr txBox="1"/>
          <p:nvPr/>
        </p:nvSpPr>
        <p:spPr>
          <a:xfrm>
            <a:off x="6447519" y="7668658"/>
            <a:ext cx="3306074" cy="142192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dirty="0">
                <a:solidFill>
                  <a:srgbClr val="FFFFFF"/>
                </a:solidFill>
                <a:latin typeface="Montserrat"/>
                <a:ea typeface="Montserrat"/>
                <a:cs typeface="Montserrat"/>
                <a:sym typeface="Montserrat"/>
              </a:rPr>
              <a:t>System requirements  to make and run the script</a:t>
            </a:r>
            <a:endParaRPr dirty="0"/>
          </a:p>
        </p:txBody>
      </p:sp>
      <p:sp>
        <p:nvSpPr>
          <p:cNvPr id="167" name="Google Shape;167;p12"/>
          <p:cNvSpPr txBox="1"/>
          <p:nvPr/>
        </p:nvSpPr>
        <p:spPr>
          <a:xfrm>
            <a:off x="6607873" y="4256367"/>
            <a:ext cx="1410687" cy="1529719"/>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a:solidFill>
                  <a:srgbClr val="FFFFFF"/>
                </a:solidFill>
                <a:latin typeface="Teko"/>
                <a:ea typeface="Teko"/>
                <a:cs typeface="Teko"/>
                <a:sym typeface="Teko"/>
              </a:rPr>
              <a:t>02.</a:t>
            </a:r>
            <a:endParaRPr/>
          </a:p>
        </p:txBody>
      </p:sp>
      <p:sp>
        <p:nvSpPr>
          <p:cNvPr id="168" name="Google Shape;168;p12"/>
          <p:cNvSpPr/>
          <p:nvPr/>
        </p:nvSpPr>
        <p:spPr>
          <a:xfrm>
            <a:off x="16053182" y="5676750"/>
            <a:ext cx="1469549" cy="1472226"/>
          </a:xfrm>
          <a:custGeom>
            <a:avLst/>
            <a:gdLst/>
            <a:ahLst/>
            <a:cxnLst/>
            <a:rect l="l" t="t" r="r" b="b"/>
            <a:pathLst>
              <a:path w="1469549" h="1472226" extrusionOk="0">
                <a:moveTo>
                  <a:pt x="0" y="0"/>
                </a:moveTo>
                <a:lnTo>
                  <a:pt x="1469550" y="0"/>
                </a:lnTo>
                <a:lnTo>
                  <a:pt x="1469550" y="1472226"/>
                </a:lnTo>
                <a:lnTo>
                  <a:pt x="0" y="1472226"/>
                </a:lnTo>
                <a:lnTo>
                  <a:pt x="0" y="0"/>
                </a:lnTo>
                <a:close/>
              </a:path>
            </a:pathLst>
          </a:custGeom>
          <a:blipFill rotWithShape="1">
            <a:blip r:embed="rId5">
              <a:alphaModFix/>
            </a:blip>
            <a:stretch>
              <a:fillRect/>
            </a:stretch>
          </a:blipFill>
          <a:ln>
            <a:noFill/>
          </a:ln>
        </p:spPr>
        <p:txBody>
          <a:bodyPr/>
          <a:lstStyle/>
          <a:p>
            <a:endParaRPr lang="en-IN"/>
          </a:p>
        </p:txBody>
      </p:sp>
      <p:pic>
        <p:nvPicPr>
          <p:cNvPr id="169" name="Google Shape;169;p12"/>
          <p:cNvPicPr preferRelativeResize="0"/>
          <p:nvPr/>
        </p:nvPicPr>
        <p:blipFill>
          <a:blip r:embed="rId6">
            <a:alphaModFix/>
          </a:blip>
          <a:stretch>
            <a:fillRect/>
          </a:stretch>
        </p:blipFill>
        <p:spPr>
          <a:xfrm>
            <a:off x="13953775" y="717988"/>
            <a:ext cx="5255725" cy="2718500"/>
          </a:xfrm>
          <a:prstGeom prst="rect">
            <a:avLst/>
          </a:prstGeom>
          <a:noFill/>
          <a:ln>
            <a:noFill/>
          </a:ln>
        </p:spPr>
      </p:pic>
      <p:pic>
        <p:nvPicPr>
          <p:cNvPr id="170" name="Google Shape;170;p12"/>
          <p:cNvPicPr preferRelativeResize="0"/>
          <p:nvPr/>
        </p:nvPicPr>
        <p:blipFill>
          <a:blip r:embed="rId7">
            <a:alphaModFix/>
          </a:blip>
          <a:stretch>
            <a:fillRect/>
          </a:stretch>
        </p:blipFill>
        <p:spPr>
          <a:xfrm>
            <a:off x="367600" y="3785786"/>
            <a:ext cx="1131100" cy="5254152"/>
          </a:xfrm>
          <a:prstGeom prst="rect">
            <a:avLst/>
          </a:prstGeom>
          <a:noFill/>
          <a:ln>
            <a:noFill/>
          </a:ln>
        </p:spPr>
      </p:pic>
      <p:pic>
        <p:nvPicPr>
          <p:cNvPr id="171" name="Google Shape;171;p12"/>
          <p:cNvPicPr preferRelativeResize="0"/>
          <p:nvPr/>
        </p:nvPicPr>
        <p:blipFill>
          <a:blip r:embed="rId8">
            <a:alphaModFix/>
          </a:blip>
          <a:stretch>
            <a:fillRect/>
          </a:stretch>
        </p:blipFill>
        <p:spPr>
          <a:xfrm>
            <a:off x="14702425" y="3785802"/>
            <a:ext cx="1131100" cy="525411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75C602BD-A53F-E3A4-FC60-EA5F423F587B}"/>
            </a:ext>
          </a:extLst>
        </p:cNvPr>
        <p:cNvGrpSpPr/>
        <p:nvPr/>
      </p:nvGrpSpPr>
      <p:grpSpPr>
        <a:xfrm>
          <a:off x="0" y="0"/>
          <a:ext cx="0" cy="0"/>
          <a:chOff x="0" y="0"/>
          <a:chExt cx="0" cy="0"/>
        </a:xfrm>
      </p:grpSpPr>
      <p:pic>
        <p:nvPicPr>
          <p:cNvPr id="130" name="Google Shape;130;p12">
            <a:extLst>
              <a:ext uri="{FF2B5EF4-FFF2-40B4-BE49-F238E27FC236}">
                <a16:creationId xmlns:a16="http://schemas.microsoft.com/office/drawing/2014/main" id="{703D6F3E-E5AA-5275-635F-3E3F273DD532}"/>
              </a:ext>
            </a:extLst>
          </p:cNvPr>
          <p:cNvPicPr preferRelativeResize="0"/>
          <p:nvPr/>
        </p:nvPicPr>
        <p:blipFill>
          <a:blip r:embed="rId3">
            <a:alphaModFix/>
          </a:blip>
          <a:stretch>
            <a:fillRect/>
          </a:stretch>
        </p:blipFill>
        <p:spPr>
          <a:xfrm>
            <a:off x="10629100" y="418988"/>
            <a:ext cx="7209274" cy="9268199"/>
          </a:xfrm>
          <a:prstGeom prst="rect">
            <a:avLst/>
          </a:prstGeom>
          <a:noFill/>
          <a:ln>
            <a:noFill/>
          </a:ln>
        </p:spPr>
      </p:pic>
      <p:grpSp>
        <p:nvGrpSpPr>
          <p:cNvPr id="131" name="Google Shape;131;p12">
            <a:extLst>
              <a:ext uri="{FF2B5EF4-FFF2-40B4-BE49-F238E27FC236}">
                <a16:creationId xmlns:a16="http://schemas.microsoft.com/office/drawing/2014/main" id="{8CFC4E9B-CADE-4BE8-90EF-B3A3171E1FBD}"/>
              </a:ext>
            </a:extLst>
          </p:cNvPr>
          <p:cNvGrpSpPr/>
          <p:nvPr/>
        </p:nvGrpSpPr>
        <p:grpSpPr>
          <a:xfrm>
            <a:off x="1028700" y="1329089"/>
            <a:ext cx="9101392" cy="1989374"/>
            <a:chOff x="0" y="-47625"/>
            <a:chExt cx="2397075" cy="523950"/>
          </a:xfrm>
        </p:grpSpPr>
        <p:sp>
          <p:nvSpPr>
            <p:cNvPr id="132" name="Google Shape;132;p12">
              <a:extLst>
                <a:ext uri="{FF2B5EF4-FFF2-40B4-BE49-F238E27FC236}">
                  <a16:creationId xmlns:a16="http://schemas.microsoft.com/office/drawing/2014/main" id="{4F2B4960-FB1A-9D5A-2B65-C55D0F85E3F3}"/>
                </a:ext>
              </a:extLst>
            </p:cNvPr>
            <p:cNvSpPr/>
            <p:nvPr/>
          </p:nvSpPr>
          <p:spPr>
            <a:xfrm>
              <a:off x="0" y="0"/>
              <a:ext cx="2397075" cy="476325"/>
            </a:xfrm>
            <a:custGeom>
              <a:avLst/>
              <a:gdLst/>
              <a:ahLst/>
              <a:cxnLst/>
              <a:rect l="l" t="t" r="r" b="b"/>
              <a:pathLst>
                <a:path w="2397075" h="476325" extrusionOk="0">
                  <a:moveTo>
                    <a:pt x="0" y="0"/>
                  </a:moveTo>
                  <a:lnTo>
                    <a:pt x="2397075" y="0"/>
                  </a:lnTo>
                  <a:lnTo>
                    <a:pt x="2397075" y="476325"/>
                  </a:lnTo>
                  <a:lnTo>
                    <a:pt x="0" y="47632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33" name="Google Shape;133;p12">
              <a:extLst>
                <a:ext uri="{FF2B5EF4-FFF2-40B4-BE49-F238E27FC236}">
                  <a16:creationId xmlns:a16="http://schemas.microsoft.com/office/drawing/2014/main" id="{C652E5A0-8C31-C8FA-0D13-825DECBD75E6}"/>
                </a:ext>
              </a:extLst>
            </p:cNvPr>
            <p:cNvSpPr txBox="1"/>
            <p:nvPr/>
          </p:nvSpPr>
          <p:spPr>
            <a:xfrm>
              <a:off x="0" y="-47625"/>
              <a:ext cx="2397075" cy="52395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4" name="Google Shape;134;p12">
            <a:extLst>
              <a:ext uri="{FF2B5EF4-FFF2-40B4-BE49-F238E27FC236}">
                <a16:creationId xmlns:a16="http://schemas.microsoft.com/office/drawing/2014/main" id="{1AA82C37-8231-4669-9D04-41729B1B82DD}"/>
              </a:ext>
            </a:extLst>
          </p:cNvPr>
          <p:cNvGrpSpPr/>
          <p:nvPr/>
        </p:nvGrpSpPr>
        <p:grpSpPr>
          <a:xfrm>
            <a:off x="463151" y="452860"/>
            <a:ext cx="2939098" cy="698968"/>
            <a:chOff x="0" y="0"/>
            <a:chExt cx="3918798" cy="931958"/>
          </a:xfrm>
        </p:grpSpPr>
        <p:grpSp>
          <p:nvGrpSpPr>
            <p:cNvPr id="135" name="Google Shape;135;p12">
              <a:extLst>
                <a:ext uri="{FF2B5EF4-FFF2-40B4-BE49-F238E27FC236}">
                  <a16:creationId xmlns:a16="http://schemas.microsoft.com/office/drawing/2014/main" id="{7D6C24A8-A811-7ED7-43C5-CCF7A73DFFCD}"/>
                </a:ext>
              </a:extLst>
            </p:cNvPr>
            <p:cNvGrpSpPr/>
            <p:nvPr/>
          </p:nvGrpSpPr>
          <p:grpSpPr>
            <a:xfrm>
              <a:off x="0" y="0"/>
              <a:ext cx="931958" cy="931958"/>
              <a:chOff x="0" y="0"/>
              <a:chExt cx="812800" cy="812800"/>
            </a:xfrm>
          </p:grpSpPr>
          <p:sp>
            <p:nvSpPr>
              <p:cNvPr id="136" name="Google Shape;136;p12">
                <a:extLst>
                  <a:ext uri="{FF2B5EF4-FFF2-40B4-BE49-F238E27FC236}">
                    <a16:creationId xmlns:a16="http://schemas.microsoft.com/office/drawing/2014/main" id="{864C8CFA-D6ED-D311-72EC-B061C17D5DA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2">
                <a:extLst>
                  <a:ext uri="{FF2B5EF4-FFF2-40B4-BE49-F238E27FC236}">
                    <a16:creationId xmlns:a16="http://schemas.microsoft.com/office/drawing/2014/main" id="{CDC08ACA-032D-E275-3C5D-F8551C25145C}"/>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8" name="Google Shape;138;p12">
              <a:extLst>
                <a:ext uri="{FF2B5EF4-FFF2-40B4-BE49-F238E27FC236}">
                  <a16:creationId xmlns:a16="http://schemas.microsoft.com/office/drawing/2014/main" id="{C28E2C36-B7DC-94EB-AB74-DE82C2669AA0}"/>
                </a:ext>
              </a:extLst>
            </p:cNvPr>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4">
                <a:alphaModFix/>
              </a:blip>
              <a:stretch>
                <a:fillRect/>
              </a:stretch>
            </a:blipFill>
            <a:ln>
              <a:noFill/>
            </a:ln>
          </p:spPr>
          <p:txBody>
            <a:bodyPr/>
            <a:lstStyle/>
            <a:p>
              <a:endParaRPr lang="en-IN"/>
            </a:p>
          </p:txBody>
        </p:sp>
        <p:sp>
          <p:nvSpPr>
            <p:cNvPr id="139" name="Google Shape;139;p12">
              <a:extLst>
                <a:ext uri="{FF2B5EF4-FFF2-40B4-BE49-F238E27FC236}">
                  <a16:creationId xmlns:a16="http://schemas.microsoft.com/office/drawing/2014/main" id="{55501D59-03EC-661C-CD37-2BE83220D353}"/>
                </a:ext>
              </a:extLst>
            </p:cNvPr>
            <p:cNvSpPr txBox="1"/>
            <p:nvPr/>
          </p:nvSpPr>
          <p:spPr>
            <a:xfrm>
              <a:off x="1080440" y="127336"/>
              <a:ext cx="2838358" cy="74011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grpSp>
        <p:nvGrpSpPr>
          <p:cNvPr id="140" name="Google Shape;140;p12">
            <a:extLst>
              <a:ext uri="{FF2B5EF4-FFF2-40B4-BE49-F238E27FC236}">
                <a16:creationId xmlns:a16="http://schemas.microsoft.com/office/drawing/2014/main" id="{CBD96935-6A2C-D2C4-029B-44F69E807487}"/>
              </a:ext>
            </a:extLst>
          </p:cNvPr>
          <p:cNvGrpSpPr/>
          <p:nvPr/>
        </p:nvGrpSpPr>
        <p:grpSpPr>
          <a:xfrm>
            <a:off x="1028700" y="3974703"/>
            <a:ext cx="1731395" cy="1912221"/>
            <a:chOff x="0" y="-47625"/>
            <a:chExt cx="456005" cy="503630"/>
          </a:xfrm>
        </p:grpSpPr>
        <p:sp>
          <p:nvSpPr>
            <p:cNvPr id="141" name="Google Shape;141;p12">
              <a:extLst>
                <a:ext uri="{FF2B5EF4-FFF2-40B4-BE49-F238E27FC236}">
                  <a16:creationId xmlns:a16="http://schemas.microsoft.com/office/drawing/2014/main" id="{9D81A4A0-7199-9053-4856-0BAC204B1B85}"/>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42" name="Google Shape;142;p12">
              <a:extLst>
                <a:ext uri="{FF2B5EF4-FFF2-40B4-BE49-F238E27FC236}">
                  <a16:creationId xmlns:a16="http://schemas.microsoft.com/office/drawing/2014/main" id="{1F58CABD-95E1-4281-8BDF-5D777851AC62}"/>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3" name="Google Shape;143;p12">
            <a:extLst>
              <a:ext uri="{FF2B5EF4-FFF2-40B4-BE49-F238E27FC236}">
                <a16:creationId xmlns:a16="http://schemas.microsoft.com/office/drawing/2014/main" id="{E6385F56-3127-0C5B-37D9-F93456EE8A4F}"/>
              </a:ext>
            </a:extLst>
          </p:cNvPr>
          <p:cNvGrpSpPr/>
          <p:nvPr/>
        </p:nvGrpSpPr>
        <p:grpSpPr>
          <a:xfrm>
            <a:off x="1151438" y="4096976"/>
            <a:ext cx="1731395" cy="1912221"/>
            <a:chOff x="0" y="-47625"/>
            <a:chExt cx="456005" cy="503630"/>
          </a:xfrm>
        </p:grpSpPr>
        <p:sp>
          <p:nvSpPr>
            <p:cNvPr id="144" name="Google Shape;144;p12">
              <a:extLst>
                <a:ext uri="{FF2B5EF4-FFF2-40B4-BE49-F238E27FC236}">
                  <a16:creationId xmlns:a16="http://schemas.microsoft.com/office/drawing/2014/main" id="{8625B924-31EA-254C-509F-5DA4E5E6A6AA}"/>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145" name="Google Shape;145;p12">
              <a:extLst>
                <a:ext uri="{FF2B5EF4-FFF2-40B4-BE49-F238E27FC236}">
                  <a16:creationId xmlns:a16="http://schemas.microsoft.com/office/drawing/2014/main" id="{4C976BA4-56E7-DE27-53DC-3143B111674A}"/>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6" name="Google Shape;146;p12">
            <a:extLst>
              <a:ext uri="{FF2B5EF4-FFF2-40B4-BE49-F238E27FC236}">
                <a16:creationId xmlns:a16="http://schemas.microsoft.com/office/drawing/2014/main" id="{B13AE751-88E3-347D-7884-D013547FB751}"/>
              </a:ext>
            </a:extLst>
          </p:cNvPr>
          <p:cNvGrpSpPr/>
          <p:nvPr/>
        </p:nvGrpSpPr>
        <p:grpSpPr>
          <a:xfrm>
            <a:off x="6607873" y="4096976"/>
            <a:ext cx="1731395" cy="1912221"/>
            <a:chOff x="0" y="-47625"/>
            <a:chExt cx="456005" cy="503630"/>
          </a:xfrm>
        </p:grpSpPr>
        <p:sp>
          <p:nvSpPr>
            <p:cNvPr id="147" name="Google Shape;147;p12">
              <a:extLst>
                <a:ext uri="{FF2B5EF4-FFF2-40B4-BE49-F238E27FC236}">
                  <a16:creationId xmlns:a16="http://schemas.microsoft.com/office/drawing/2014/main" id="{63DA02B9-CC70-8F85-661D-02FA08DB370F}"/>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148" name="Google Shape;148;p12">
              <a:extLst>
                <a:ext uri="{FF2B5EF4-FFF2-40B4-BE49-F238E27FC236}">
                  <a16:creationId xmlns:a16="http://schemas.microsoft.com/office/drawing/2014/main" id="{67D657CF-5159-C944-A4FA-33C37026A149}"/>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9" name="Google Shape;149;p12">
            <a:extLst>
              <a:ext uri="{FF2B5EF4-FFF2-40B4-BE49-F238E27FC236}">
                <a16:creationId xmlns:a16="http://schemas.microsoft.com/office/drawing/2014/main" id="{49D1A9D3-FDEE-05F9-AED2-61E2AFB4EF70}"/>
              </a:ext>
            </a:extLst>
          </p:cNvPr>
          <p:cNvGrpSpPr/>
          <p:nvPr/>
        </p:nvGrpSpPr>
        <p:grpSpPr>
          <a:xfrm>
            <a:off x="12023000" y="4096976"/>
            <a:ext cx="1731395" cy="1912221"/>
            <a:chOff x="0" y="-47625"/>
            <a:chExt cx="456005" cy="503630"/>
          </a:xfrm>
        </p:grpSpPr>
        <p:sp>
          <p:nvSpPr>
            <p:cNvPr id="150" name="Google Shape;150;p12">
              <a:extLst>
                <a:ext uri="{FF2B5EF4-FFF2-40B4-BE49-F238E27FC236}">
                  <a16:creationId xmlns:a16="http://schemas.microsoft.com/office/drawing/2014/main" id="{0A512C11-8BE4-FDE5-296A-8B55BB0DB79D}"/>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151" name="Google Shape;151;p12">
              <a:extLst>
                <a:ext uri="{FF2B5EF4-FFF2-40B4-BE49-F238E27FC236}">
                  <a16:creationId xmlns:a16="http://schemas.microsoft.com/office/drawing/2014/main" id="{99C39DBB-A975-9B79-D6FD-9C7E2D5D9262}"/>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2" name="Google Shape;152;p12">
            <a:extLst>
              <a:ext uri="{FF2B5EF4-FFF2-40B4-BE49-F238E27FC236}">
                <a16:creationId xmlns:a16="http://schemas.microsoft.com/office/drawing/2014/main" id="{1F10D3B6-8597-BD51-82BB-CC903E8E6736}"/>
              </a:ext>
            </a:extLst>
          </p:cNvPr>
          <p:cNvGrpSpPr/>
          <p:nvPr/>
        </p:nvGrpSpPr>
        <p:grpSpPr>
          <a:xfrm>
            <a:off x="6447519" y="3974703"/>
            <a:ext cx="1731395" cy="1912221"/>
            <a:chOff x="0" y="-47625"/>
            <a:chExt cx="456005" cy="503630"/>
          </a:xfrm>
        </p:grpSpPr>
        <p:sp>
          <p:nvSpPr>
            <p:cNvPr id="153" name="Google Shape;153;p12">
              <a:extLst>
                <a:ext uri="{FF2B5EF4-FFF2-40B4-BE49-F238E27FC236}">
                  <a16:creationId xmlns:a16="http://schemas.microsoft.com/office/drawing/2014/main" id="{523545EA-D031-8189-8915-4DBA237D935C}"/>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54" name="Google Shape;154;p12">
              <a:extLst>
                <a:ext uri="{FF2B5EF4-FFF2-40B4-BE49-F238E27FC236}">
                  <a16:creationId xmlns:a16="http://schemas.microsoft.com/office/drawing/2014/main" id="{C68D5EE5-BE8E-5748-4D60-D6E671F76530}"/>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5" name="Google Shape;155;p12">
            <a:extLst>
              <a:ext uri="{FF2B5EF4-FFF2-40B4-BE49-F238E27FC236}">
                <a16:creationId xmlns:a16="http://schemas.microsoft.com/office/drawing/2014/main" id="{AFA7E064-DD5C-B294-A85D-32BB6F0C6390}"/>
              </a:ext>
            </a:extLst>
          </p:cNvPr>
          <p:cNvSpPr txBox="1"/>
          <p:nvPr/>
        </p:nvSpPr>
        <p:spPr>
          <a:xfrm>
            <a:off x="11866337" y="7668658"/>
            <a:ext cx="3306074" cy="94795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dirty="0">
                <a:solidFill>
                  <a:srgbClr val="FFFFFF"/>
                </a:solidFill>
                <a:latin typeface="Montserrat"/>
                <a:ea typeface="Montserrat"/>
                <a:cs typeface="Montserrat"/>
                <a:sym typeface="Montserrat"/>
              </a:rPr>
              <a:t>S</a:t>
            </a:r>
            <a:r>
              <a:rPr lang="en-US" sz="2200" b="0" i="0" u="none" strike="noStrike" cap="none" dirty="0">
                <a:solidFill>
                  <a:srgbClr val="FFFFFF"/>
                </a:solidFill>
                <a:latin typeface="Montserrat"/>
                <a:ea typeface="Montserrat"/>
                <a:cs typeface="Montserrat"/>
                <a:sym typeface="Montserrat"/>
              </a:rPr>
              <a:t>ources  of the information. </a:t>
            </a:r>
            <a:endParaRPr dirty="0"/>
          </a:p>
        </p:txBody>
      </p:sp>
      <p:sp>
        <p:nvSpPr>
          <p:cNvPr id="156" name="Google Shape;156;p12">
            <a:extLst>
              <a:ext uri="{FF2B5EF4-FFF2-40B4-BE49-F238E27FC236}">
                <a16:creationId xmlns:a16="http://schemas.microsoft.com/office/drawing/2014/main" id="{397D7FAC-B214-CACB-E0F1-87952C74B68C}"/>
              </a:ext>
            </a:extLst>
          </p:cNvPr>
          <p:cNvSpPr txBox="1"/>
          <p:nvPr/>
        </p:nvSpPr>
        <p:spPr>
          <a:xfrm>
            <a:off x="767213" y="6850511"/>
            <a:ext cx="5757863" cy="738664"/>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4000" dirty="0">
                <a:solidFill>
                  <a:srgbClr val="FFFFFF"/>
                </a:solidFill>
                <a:latin typeface="Teko"/>
                <a:cs typeface="Teko"/>
                <a:sym typeface="Teko"/>
              </a:rPr>
              <a:t>SCRIPT EXPLANATION AND RESULT</a:t>
            </a:r>
            <a:endParaRPr sz="4000" dirty="0"/>
          </a:p>
        </p:txBody>
      </p:sp>
      <p:sp>
        <p:nvSpPr>
          <p:cNvPr id="157" name="Google Shape;157;p12">
            <a:extLst>
              <a:ext uri="{FF2B5EF4-FFF2-40B4-BE49-F238E27FC236}">
                <a16:creationId xmlns:a16="http://schemas.microsoft.com/office/drawing/2014/main" id="{2EDEAC19-2212-6B1C-DE9A-74EF93D4EDC6}"/>
              </a:ext>
            </a:extLst>
          </p:cNvPr>
          <p:cNvSpPr txBox="1"/>
          <p:nvPr/>
        </p:nvSpPr>
        <p:spPr>
          <a:xfrm>
            <a:off x="1507881" y="7529721"/>
            <a:ext cx="3306074" cy="142192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dirty="0">
                <a:solidFill>
                  <a:srgbClr val="FFFFFF"/>
                </a:solidFill>
                <a:latin typeface="Montserrat"/>
                <a:ea typeface="Montserrat"/>
                <a:cs typeface="Montserrat"/>
                <a:sym typeface="Montserrat"/>
              </a:rPr>
              <a:t>Elaborate on </a:t>
            </a:r>
            <a:r>
              <a:rPr lang="en-US" sz="2200" dirty="0">
                <a:solidFill>
                  <a:srgbClr val="FFFFFF"/>
                </a:solidFill>
                <a:latin typeface="Montserrat"/>
                <a:ea typeface="Montserrat"/>
                <a:cs typeface="Montserrat"/>
                <a:sym typeface="Montserrat"/>
              </a:rPr>
              <a:t>the code explanation and its flow</a:t>
            </a:r>
            <a:r>
              <a:rPr lang="en-US" sz="2200" b="0" i="0" u="none" strike="noStrike" cap="none" dirty="0">
                <a:solidFill>
                  <a:srgbClr val="FFFFFF"/>
                </a:solidFill>
                <a:latin typeface="Montserrat"/>
                <a:ea typeface="Montserrat"/>
                <a:cs typeface="Montserrat"/>
                <a:sym typeface="Montserrat"/>
              </a:rPr>
              <a:t>. </a:t>
            </a:r>
            <a:endParaRPr dirty="0"/>
          </a:p>
        </p:txBody>
      </p:sp>
      <p:sp>
        <p:nvSpPr>
          <p:cNvPr id="158" name="Google Shape;158;p12">
            <a:extLst>
              <a:ext uri="{FF2B5EF4-FFF2-40B4-BE49-F238E27FC236}">
                <a16:creationId xmlns:a16="http://schemas.microsoft.com/office/drawing/2014/main" id="{5B03A2B1-2EA3-0BD3-4500-FD431981379E}"/>
              </a:ext>
            </a:extLst>
          </p:cNvPr>
          <p:cNvSpPr txBox="1"/>
          <p:nvPr/>
        </p:nvSpPr>
        <p:spPr>
          <a:xfrm>
            <a:off x="11820951" y="6828919"/>
            <a:ext cx="3794478" cy="738664"/>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4000" dirty="0">
                <a:solidFill>
                  <a:srgbClr val="FFFFFF"/>
                </a:solidFill>
                <a:latin typeface="Teko"/>
                <a:cs typeface="Teko"/>
                <a:sym typeface="Teko"/>
              </a:rPr>
              <a:t>REFERENCES</a:t>
            </a:r>
            <a:endParaRPr sz="4000" dirty="0"/>
          </a:p>
        </p:txBody>
      </p:sp>
      <p:sp>
        <p:nvSpPr>
          <p:cNvPr id="159" name="Google Shape;159;p12">
            <a:extLst>
              <a:ext uri="{FF2B5EF4-FFF2-40B4-BE49-F238E27FC236}">
                <a16:creationId xmlns:a16="http://schemas.microsoft.com/office/drawing/2014/main" id="{8892F8C7-305B-01C3-CCE6-999D2B6C1995}"/>
              </a:ext>
            </a:extLst>
          </p:cNvPr>
          <p:cNvSpPr txBox="1"/>
          <p:nvPr/>
        </p:nvSpPr>
        <p:spPr>
          <a:xfrm>
            <a:off x="1189054" y="4256367"/>
            <a:ext cx="1410687" cy="1853905"/>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dirty="0">
                <a:solidFill>
                  <a:srgbClr val="FFFFFF"/>
                </a:solidFill>
                <a:latin typeface="Teko"/>
                <a:ea typeface="Teko"/>
                <a:cs typeface="Teko"/>
                <a:sym typeface="Teko"/>
              </a:rPr>
              <a:t>04.</a:t>
            </a:r>
            <a:endParaRPr dirty="0"/>
          </a:p>
        </p:txBody>
      </p:sp>
      <p:grpSp>
        <p:nvGrpSpPr>
          <p:cNvPr id="160" name="Google Shape;160;p12">
            <a:extLst>
              <a:ext uri="{FF2B5EF4-FFF2-40B4-BE49-F238E27FC236}">
                <a16:creationId xmlns:a16="http://schemas.microsoft.com/office/drawing/2014/main" id="{8DB65603-E211-B21E-0280-48EC0B0223E1}"/>
              </a:ext>
            </a:extLst>
          </p:cNvPr>
          <p:cNvGrpSpPr/>
          <p:nvPr/>
        </p:nvGrpSpPr>
        <p:grpSpPr>
          <a:xfrm>
            <a:off x="11866337" y="3974703"/>
            <a:ext cx="1731395" cy="1912221"/>
            <a:chOff x="0" y="-47625"/>
            <a:chExt cx="456005" cy="503630"/>
          </a:xfrm>
        </p:grpSpPr>
        <p:sp>
          <p:nvSpPr>
            <p:cNvPr id="161" name="Google Shape;161;p12">
              <a:extLst>
                <a:ext uri="{FF2B5EF4-FFF2-40B4-BE49-F238E27FC236}">
                  <a16:creationId xmlns:a16="http://schemas.microsoft.com/office/drawing/2014/main" id="{CB86852C-486D-530E-D1D5-3593339C190A}"/>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62" name="Google Shape;162;p12">
              <a:extLst>
                <a:ext uri="{FF2B5EF4-FFF2-40B4-BE49-F238E27FC236}">
                  <a16:creationId xmlns:a16="http://schemas.microsoft.com/office/drawing/2014/main" id="{FE563560-9AF6-503A-AEAD-A6FABC96951B}"/>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3" name="Google Shape;163;p12">
            <a:extLst>
              <a:ext uri="{FF2B5EF4-FFF2-40B4-BE49-F238E27FC236}">
                <a16:creationId xmlns:a16="http://schemas.microsoft.com/office/drawing/2014/main" id="{B281DB41-32D8-85E1-3426-5D56CDEBFF64}"/>
              </a:ext>
            </a:extLst>
          </p:cNvPr>
          <p:cNvSpPr txBox="1"/>
          <p:nvPr/>
        </p:nvSpPr>
        <p:spPr>
          <a:xfrm>
            <a:off x="1252572" y="1610641"/>
            <a:ext cx="9157897" cy="1825849"/>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b="0" i="0" u="none" strike="noStrike" cap="none">
                <a:solidFill>
                  <a:srgbClr val="FFFFFF"/>
                </a:solidFill>
                <a:latin typeface="Teko"/>
                <a:ea typeface="Teko"/>
                <a:cs typeface="Teko"/>
                <a:sym typeface="Teko"/>
              </a:rPr>
              <a:t>TABLE OF CONTENTS</a:t>
            </a:r>
            <a:endParaRPr/>
          </a:p>
        </p:txBody>
      </p:sp>
      <p:sp>
        <p:nvSpPr>
          <p:cNvPr id="164" name="Google Shape;164;p12">
            <a:extLst>
              <a:ext uri="{FF2B5EF4-FFF2-40B4-BE49-F238E27FC236}">
                <a16:creationId xmlns:a16="http://schemas.microsoft.com/office/drawing/2014/main" id="{5E0FF401-6410-21EC-8E6E-03D6E03ACFC2}"/>
              </a:ext>
            </a:extLst>
          </p:cNvPr>
          <p:cNvSpPr txBox="1"/>
          <p:nvPr/>
        </p:nvSpPr>
        <p:spPr>
          <a:xfrm>
            <a:off x="12108687" y="4256367"/>
            <a:ext cx="1410687" cy="1853905"/>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dirty="0">
                <a:solidFill>
                  <a:srgbClr val="FFFFFF"/>
                </a:solidFill>
                <a:latin typeface="Teko"/>
                <a:ea typeface="Teko"/>
                <a:cs typeface="Teko"/>
                <a:sym typeface="Teko"/>
              </a:rPr>
              <a:t>06.</a:t>
            </a:r>
            <a:endParaRPr dirty="0"/>
          </a:p>
        </p:txBody>
      </p:sp>
      <p:sp>
        <p:nvSpPr>
          <p:cNvPr id="165" name="Google Shape;165;p12">
            <a:extLst>
              <a:ext uri="{FF2B5EF4-FFF2-40B4-BE49-F238E27FC236}">
                <a16:creationId xmlns:a16="http://schemas.microsoft.com/office/drawing/2014/main" id="{A08F2177-2288-846C-923F-4C38EB9E084B}"/>
              </a:ext>
            </a:extLst>
          </p:cNvPr>
          <p:cNvSpPr txBox="1"/>
          <p:nvPr/>
        </p:nvSpPr>
        <p:spPr>
          <a:xfrm>
            <a:off x="6849011" y="6828919"/>
            <a:ext cx="3306074" cy="738664"/>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4000" dirty="0">
                <a:solidFill>
                  <a:srgbClr val="FFFFFF"/>
                </a:solidFill>
                <a:latin typeface="Teko"/>
                <a:cs typeface="Teko"/>
                <a:sym typeface="Teko"/>
              </a:rPr>
              <a:t>CONCLUSION</a:t>
            </a:r>
            <a:endParaRPr sz="4000" dirty="0"/>
          </a:p>
        </p:txBody>
      </p:sp>
      <p:sp>
        <p:nvSpPr>
          <p:cNvPr id="166" name="Google Shape;166;p12">
            <a:extLst>
              <a:ext uri="{FF2B5EF4-FFF2-40B4-BE49-F238E27FC236}">
                <a16:creationId xmlns:a16="http://schemas.microsoft.com/office/drawing/2014/main" id="{7EE04064-1E3D-2EC8-D83E-6AD5465EC0A2}"/>
              </a:ext>
            </a:extLst>
          </p:cNvPr>
          <p:cNvSpPr txBox="1"/>
          <p:nvPr/>
        </p:nvSpPr>
        <p:spPr>
          <a:xfrm>
            <a:off x="6924051" y="7611693"/>
            <a:ext cx="3306074" cy="94795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2200" dirty="0">
                <a:solidFill>
                  <a:srgbClr val="FFFFFF"/>
                </a:solidFill>
                <a:latin typeface="Montserrat"/>
                <a:ea typeface="Montserrat"/>
                <a:cs typeface="Montserrat"/>
                <a:sym typeface="Montserrat"/>
              </a:rPr>
              <a:t>Ending the presentation  </a:t>
            </a:r>
            <a:endParaRPr lang="en-GB" dirty="0"/>
          </a:p>
        </p:txBody>
      </p:sp>
      <p:sp>
        <p:nvSpPr>
          <p:cNvPr id="167" name="Google Shape;167;p12">
            <a:extLst>
              <a:ext uri="{FF2B5EF4-FFF2-40B4-BE49-F238E27FC236}">
                <a16:creationId xmlns:a16="http://schemas.microsoft.com/office/drawing/2014/main" id="{D03A039D-4E85-C69F-DB10-76AE02F5C2E9}"/>
              </a:ext>
            </a:extLst>
          </p:cNvPr>
          <p:cNvSpPr txBox="1"/>
          <p:nvPr/>
        </p:nvSpPr>
        <p:spPr>
          <a:xfrm>
            <a:off x="6607873" y="4256367"/>
            <a:ext cx="1410687" cy="1853905"/>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dirty="0">
                <a:solidFill>
                  <a:srgbClr val="FFFFFF"/>
                </a:solidFill>
                <a:latin typeface="Teko"/>
                <a:ea typeface="Teko"/>
                <a:cs typeface="Teko"/>
                <a:sym typeface="Teko"/>
              </a:rPr>
              <a:t>05.</a:t>
            </a:r>
            <a:endParaRPr dirty="0"/>
          </a:p>
        </p:txBody>
      </p:sp>
      <p:sp>
        <p:nvSpPr>
          <p:cNvPr id="168" name="Google Shape;168;p12">
            <a:extLst>
              <a:ext uri="{FF2B5EF4-FFF2-40B4-BE49-F238E27FC236}">
                <a16:creationId xmlns:a16="http://schemas.microsoft.com/office/drawing/2014/main" id="{A2CC5374-A65E-FA36-937D-ACFF11ED9D5C}"/>
              </a:ext>
            </a:extLst>
          </p:cNvPr>
          <p:cNvSpPr/>
          <p:nvPr/>
        </p:nvSpPr>
        <p:spPr>
          <a:xfrm>
            <a:off x="16053182" y="5676750"/>
            <a:ext cx="1469549" cy="1472226"/>
          </a:xfrm>
          <a:custGeom>
            <a:avLst/>
            <a:gdLst/>
            <a:ahLst/>
            <a:cxnLst/>
            <a:rect l="l" t="t" r="r" b="b"/>
            <a:pathLst>
              <a:path w="1469549" h="1472226" extrusionOk="0">
                <a:moveTo>
                  <a:pt x="0" y="0"/>
                </a:moveTo>
                <a:lnTo>
                  <a:pt x="1469550" y="0"/>
                </a:lnTo>
                <a:lnTo>
                  <a:pt x="1469550" y="1472226"/>
                </a:lnTo>
                <a:lnTo>
                  <a:pt x="0" y="1472226"/>
                </a:lnTo>
                <a:lnTo>
                  <a:pt x="0" y="0"/>
                </a:lnTo>
                <a:close/>
              </a:path>
            </a:pathLst>
          </a:custGeom>
          <a:blipFill rotWithShape="1">
            <a:blip r:embed="rId5">
              <a:alphaModFix/>
            </a:blip>
            <a:stretch>
              <a:fillRect/>
            </a:stretch>
          </a:blipFill>
          <a:ln>
            <a:noFill/>
          </a:ln>
        </p:spPr>
        <p:txBody>
          <a:bodyPr/>
          <a:lstStyle/>
          <a:p>
            <a:endParaRPr lang="en-IN"/>
          </a:p>
        </p:txBody>
      </p:sp>
      <p:pic>
        <p:nvPicPr>
          <p:cNvPr id="169" name="Google Shape;169;p12">
            <a:extLst>
              <a:ext uri="{FF2B5EF4-FFF2-40B4-BE49-F238E27FC236}">
                <a16:creationId xmlns:a16="http://schemas.microsoft.com/office/drawing/2014/main" id="{C168BF34-ABA7-5550-F396-0314B5A46D91}"/>
              </a:ext>
            </a:extLst>
          </p:cNvPr>
          <p:cNvPicPr preferRelativeResize="0"/>
          <p:nvPr/>
        </p:nvPicPr>
        <p:blipFill>
          <a:blip r:embed="rId6">
            <a:alphaModFix/>
          </a:blip>
          <a:stretch>
            <a:fillRect/>
          </a:stretch>
        </p:blipFill>
        <p:spPr>
          <a:xfrm>
            <a:off x="13953775" y="717988"/>
            <a:ext cx="5255725" cy="2718500"/>
          </a:xfrm>
          <a:prstGeom prst="rect">
            <a:avLst/>
          </a:prstGeom>
          <a:noFill/>
          <a:ln>
            <a:noFill/>
          </a:ln>
        </p:spPr>
      </p:pic>
      <p:pic>
        <p:nvPicPr>
          <p:cNvPr id="170" name="Google Shape;170;p12">
            <a:extLst>
              <a:ext uri="{FF2B5EF4-FFF2-40B4-BE49-F238E27FC236}">
                <a16:creationId xmlns:a16="http://schemas.microsoft.com/office/drawing/2014/main" id="{859AB56B-6935-99FC-DE49-89237B05AFBA}"/>
              </a:ext>
            </a:extLst>
          </p:cNvPr>
          <p:cNvPicPr preferRelativeResize="0"/>
          <p:nvPr/>
        </p:nvPicPr>
        <p:blipFill>
          <a:blip r:embed="rId7">
            <a:alphaModFix/>
          </a:blip>
          <a:stretch>
            <a:fillRect/>
          </a:stretch>
        </p:blipFill>
        <p:spPr>
          <a:xfrm>
            <a:off x="367600" y="3785786"/>
            <a:ext cx="1131100" cy="5254152"/>
          </a:xfrm>
          <a:prstGeom prst="rect">
            <a:avLst/>
          </a:prstGeom>
          <a:noFill/>
          <a:ln>
            <a:noFill/>
          </a:ln>
        </p:spPr>
      </p:pic>
      <p:pic>
        <p:nvPicPr>
          <p:cNvPr id="171" name="Google Shape;171;p12">
            <a:extLst>
              <a:ext uri="{FF2B5EF4-FFF2-40B4-BE49-F238E27FC236}">
                <a16:creationId xmlns:a16="http://schemas.microsoft.com/office/drawing/2014/main" id="{B70BBF05-2C8B-775F-803A-3AEB268BA5DC}"/>
              </a:ext>
            </a:extLst>
          </p:cNvPr>
          <p:cNvPicPr preferRelativeResize="0"/>
          <p:nvPr/>
        </p:nvPicPr>
        <p:blipFill>
          <a:blip r:embed="rId8">
            <a:alphaModFix/>
          </a:blip>
          <a:stretch>
            <a:fillRect/>
          </a:stretch>
        </p:blipFill>
        <p:spPr>
          <a:xfrm>
            <a:off x="14702425" y="3785802"/>
            <a:ext cx="1131100" cy="5254111"/>
          </a:xfrm>
          <a:prstGeom prst="rect">
            <a:avLst/>
          </a:prstGeom>
          <a:noFill/>
          <a:ln>
            <a:noFill/>
          </a:ln>
        </p:spPr>
      </p:pic>
    </p:spTree>
    <p:extLst>
      <p:ext uri="{BB962C8B-B14F-4D97-AF65-F5344CB8AC3E}">
        <p14:creationId xmlns:p14="http://schemas.microsoft.com/office/powerpoint/2010/main" val="2156744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175"/>
        <p:cNvGrpSpPr/>
        <p:nvPr/>
      </p:nvGrpSpPr>
      <p:grpSpPr>
        <a:xfrm>
          <a:off x="0" y="0"/>
          <a:ext cx="0" cy="0"/>
          <a:chOff x="0" y="0"/>
          <a:chExt cx="0" cy="0"/>
        </a:xfrm>
      </p:grpSpPr>
      <p:pic>
        <p:nvPicPr>
          <p:cNvPr id="176" name="Google Shape;176;p13"/>
          <p:cNvPicPr preferRelativeResize="0"/>
          <p:nvPr/>
        </p:nvPicPr>
        <p:blipFill>
          <a:blip r:embed="rId3">
            <a:alphaModFix/>
          </a:blip>
          <a:stretch>
            <a:fillRect/>
          </a:stretch>
        </p:blipFill>
        <p:spPr>
          <a:xfrm>
            <a:off x="10850275" y="460088"/>
            <a:ext cx="7209274" cy="9268211"/>
          </a:xfrm>
          <a:prstGeom prst="rect">
            <a:avLst/>
          </a:prstGeom>
          <a:noFill/>
          <a:ln>
            <a:noFill/>
          </a:ln>
        </p:spPr>
      </p:pic>
      <p:grpSp>
        <p:nvGrpSpPr>
          <p:cNvPr id="177" name="Google Shape;177;p13"/>
          <p:cNvGrpSpPr/>
          <p:nvPr/>
        </p:nvGrpSpPr>
        <p:grpSpPr>
          <a:xfrm>
            <a:off x="1028700" y="1824085"/>
            <a:ext cx="1731395" cy="1912221"/>
            <a:chOff x="0" y="-47625"/>
            <a:chExt cx="456005" cy="503630"/>
          </a:xfrm>
        </p:grpSpPr>
        <p:sp>
          <p:nvSpPr>
            <p:cNvPr id="178" name="Google Shape;178;p13"/>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179" name="Google Shape;179;p13"/>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0" name="Google Shape;180;p13"/>
          <p:cNvGrpSpPr/>
          <p:nvPr/>
        </p:nvGrpSpPr>
        <p:grpSpPr>
          <a:xfrm>
            <a:off x="1151438" y="1946359"/>
            <a:ext cx="1731395" cy="1912221"/>
            <a:chOff x="0" y="-47625"/>
            <a:chExt cx="456005" cy="503630"/>
          </a:xfrm>
        </p:grpSpPr>
        <p:sp>
          <p:nvSpPr>
            <p:cNvPr id="181" name="Google Shape;181;p13"/>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182" name="Google Shape;182;p13"/>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3" name="Google Shape;183;p13"/>
          <p:cNvGrpSpPr/>
          <p:nvPr/>
        </p:nvGrpSpPr>
        <p:grpSpPr>
          <a:xfrm>
            <a:off x="463151" y="452860"/>
            <a:ext cx="2939098" cy="698968"/>
            <a:chOff x="0" y="0"/>
            <a:chExt cx="3918798" cy="931958"/>
          </a:xfrm>
        </p:grpSpPr>
        <p:grpSp>
          <p:nvGrpSpPr>
            <p:cNvPr id="184" name="Google Shape;184;p13"/>
            <p:cNvGrpSpPr/>
            <p:nvPr/>
          </p:nvGrpSpPr>
          <p:grpSpPr>
            <a:xfrm>
              <a:off x="0" y="0"/>
              <a:ext cx="931958" cy="931958"/>
              <a:chOff x="0" y="0"/>
              <a:chExt cx="812800" cy="812800"/>
            </a:xfrm>
          </p:grpSpPr>
          <p:sp>
            <p:nvSpPr>
              <p:cNvPr id="185" name="Google Shape;185;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7" name="Google Shape;187;p13"/>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4">
                <a:alphaModFix/>
              </a:blip>
              <a:stretch>
                <a:fillRect/>
              </a:stretch>
            </a:blipFill>
            <a:ln>
              <a:noFill/>
            </a:ln>
          </p:spPr>
          <p:txBody>
            <a:bodyPr/>
            <a:lstStyle/>
            <a:p>
              <a:endParaRPr lang="en-IN"/>
            </a:p>
          </p:txBody>
        </p:sp>
        <p:sp>
          <p:nvSpPr>
            <p:cNvPr id="188" name="Google Shape;188;p13"/>
            <p:cNvSpPr txBox="1"/>
            <p:nvPr/>
          </p:nvSpPr>
          <p:spPr>
            <a:xfrm>
              <a:off x="1080440" y="127336"/>
              <a:ext cx="2838358" cy="74011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
        <p:nvSpPr>
          <p:cNvPr id="189" name="Google Shape;189;p13"/>
          <p:cNvSpPr txBox="1"/>
          <p:nvPr/>
        </p:nvSpPr>
        <p:spPr>
          <a:xfrm>
            <a:off x="3177531" y="2029781"/>
            <a:ext cx="7378075" cy="1828800"/>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b="0" i="0" u="none" strike="noStrike" cap="none">
                <a:solidFill>
                  <a:srgbClr val="FFFFFF"/>
                </a:solidFill>
                <a:latin typeface="Teko"/>
                <a:ea typeface="Teko"/>
                <a:cs typeface="Teko"/>
                <a:sym typeface="Teko"/>
              </a:rPr>
              <a:t>INTRODUCTION</a:t>
            </a:r>
            <a:endParaRPr/>
          </a:p>
        </p:txBody>
      </p:sp>
      <p:sp>
        <p:nvSpPr>
          <p:cNvPr id="190" name="Google Shape;190;p13"/>
          <p:cNvSpPr txBox="1"/>
          <p:nvPr/>
        </p:nvSpPr>
        <p:spPr>
          <a:xfrm>
            <a:off x="3545218" y="4371281"/>
            <a:ext cx="7174200" cy="4282711"/>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2200" b="0" i="0" u="none" strike="noStrike" cap="none" dirty="0">
                <a:solidFill>
                  <a:srgbClr val="FFFFFF"/>
                </a:solidFill>
                <a:latin typeface="Montserrat"/>
                <a:ea typeface="Montserrat"/>
                <a:cs typeface="Montserrat"/>
                <a:sym typeface="Montserrat"/>
              </a:rPr>
              <a:t>The primary component of ethical hacking is information collection, which is crucial to comprehending network data, IT system architecture, and the kinds of technologies employed in IT infrastructure.</a:t>
            </a:r>
          </a:p>
          <a:p>
            <a:pPr marL="0" marR="0" lvl="0" indent="0" algn="l" rtl="0">
              <a:lnSpc>
                <a:spcPct val="115000"/>
              </a:lnSpc>
              <a:spcBef>
                <a:spcPts val="0"/>
              </a:spcBef>
              <a:spcAft>
                <a:spcPts val="0"/>
              </a:spcAft>
              <a:buNone/>
            </a:pPr>
            <a:r>
              <a:rPr lang="en-GB" sz="2200" b="0" i="0" u="none" strike="noStrike" cap="none" dirty="0">
                <a:solidFill>
                  <a:srgbClr val="FFFFFF"/>
                </a:solidFill>
                <a:latin typeface="Montserrat"/>
                <a:ea typeface="Montserrat"/>
                <a:cs typeface="Montserrat"/>
                <a:sym typeface="Montserrat"/>
              </a:rPr>
              <a:t>This code will provide detailed information about the specific target domain names, email exchange, and server type.</a:t>
            </a:r>
          </a:p>
          <a:p>
            <a:pPr marL="0" marR="0" lvl="0" indent="0" algn="l" rtl="0">
              <a:lnSpc>
                <a:spcPct val="115000"/>
              </a:lnSpc>
              <a:spcBef>
                <a:spcPts val="0"/>
              </a:spcBef>
              <a:spcAft>
                <a:spcPts val="0"/>
              </a:spcAft>
              <a:buNone/>
            </a:pPr>
            <a:r>
              <a:rPr lang="en-GB" sz="2200" b="0" i="0" u="none" strike="noStrike" cap="none" dirty="0">
                <a:solidFill>
                  <a:srgbClr val="FFFFFF"/>
                </a:solidFill>
                <a:latin typeface="Montserrat"/>
                <a:ea typeface="Montserrat"/>
                <a:cs typeface="Montserrat"/>
                <a:sym typeface="Montserrat"/>
              </a:rPr>
              <a:t>A preview of the architecture will be provided by this code, which is only a small portion of the information gathering platform.</a:t>
            </a:r>
            <a:endParaRPr lang="en-GB" dirty="0"/>
          </a:p>
        </p:txBody>
      </p:sp>
      <p:sp>
        <p:nvSpPr>
          <p:cNvPr id="191" name="Google Shape;191;p13"/>
          <p:cNvSpPr txBox="1"/>
          <p:nvPr/>
        </p:nvSpPr>
        <p:spPr>
          <a:xfrm>
            <a:off x="1189054" y="2105749"/>
            <a:ext cx="1410687" cy="1529719"/>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a:solidFill>
                  <a:srgbClr val="FFFFFF"/>
                </a:solidFill>
                <a:latin typeface="Teko"/>
                <a:ea typeface="Teko"/>
                <a:cs typeface="Teko"/>
                <a:sym typeface="Teko"/>
              </a:rPr>
              <a:t>01.</a:t>
            </a:r>
            <a:endParaRPr/>
          </a:p>
        </p:txBody>
      </p:sp>
      <p:grpSp>
        <p:nvGrpSpPr>
          <p:cNvPr id="192" name="Google Shape;192;p13"/>
          <p:cNvGrpSpPr/>
          <p:nvPr/>
        </p:nvGrpSpPr>
        <p:grpSpPr>
          <a:xfrm rot="5400000">
            <a:off x="10830856" y="4723071"/>
            <a:ext cx="2809881" cy="409797"/>
            <a:chOff x="0" y="-47625"/>
            <a:chExt cx="812800" cy="118539"/>
          </a:xfrm>
        </p:grpSpPr>
        <p:sp>
          <p:nvSpPr>
            <p:cNvPr id="193" name="Google Shape;193;p13"/>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IN"/>
            </a:p>
          </p:txBody>
        </p:sp>
        <p:sp>
          <p:nvSpPr>
            <p:cNvPr id="194" name="Google Shape;194;p13"/>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5" name="Google Shape;195;p13"/>
          <p:cNvGrpSpPr/>
          <p:nvPr/>
        </p:nvGrpSpPr>
        <p:grpSpPr>
          <a:xfrm rot="5400000">
            <a:off x="16059257" y="4723071"/>
            <a:ext cx="2809881" cy="409797"/>
            <a:chOff x="0" y="-47625"/>
            <a:chExt cx="812800" cy="118539"/>
          </a:xfrm>
        </p:grpSpPr>
        <p:sp>
          <p:nvSpPr>
            <p:cNvPr id="196" name="Google Shape;196;p13"/>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IN"/>
            </a:p>
          </p:txBody>
        </p:sp>
        <p:sp>
          <p:nvSpPr>
            <p:cNvPr id="197" name="Google Shape;197;p13"/>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8" name="Google Shape;198;p13"/>
          <p:cNvSpPr/>
          <p:nvPr/>
        </p:nvSpPr>
        <p:spPr>
          <a:xfrm>
            <a:off x="-734775" y="6589877"/>
            <a:ext cx="1469549" cy="1472226"/>
          </a:xfrm>
          <a:custGeom>
            <a:avLst/>
            <a:gdLst/>
            <a:ahLst/>
            <a:cxnLst/>
            <a:rect l="l" t="t" r="r" b="b"/>
            <a:pathLst>
              <a:path w="1469549" h="1472226" extrusionOk="0">
                <a:moveTo>
                  <a:pt x="0" y="0"/>
                </a:moveTo>
                <a:lnTo>
                  <a:pt x="1469550" y="0"/>
                </a:lnTo>
                <a:lnTo>
                  <a:pt x="1469550" y="1472226"/>
                </a:lnTo>
                <a:lnTo>
                  <a:pt x="0" y="1472226"/>
                </a:lnTo>
                <a:lnTo>
                  <a:pt x="0" y="0"/>
                </a:lnTo>
                <a:close/>
              </a:path>
            </a:pathLst>
          </a:custGeom>
          <a:blipFill rotWithShape="1">
            <a:blip r:embed="rId5">
              <a:alphaModFix/>
            </a:blip>
            <a:stretch>
              <a:fillRect/>
            </a:stretch>
          </a:blipFill>
          <a:ln>
            <a:noFill/>
          </a:ln>
        </p:spPr>
        <p:txBody>
          <a:bodyPr/>
          <a:lstStyle/>
          <a:p>
            <a:endParaRPr lang="en-IN"/>
          </a:p>
        </p:txBody>
      </p:sp>
      <p:pic>
        <p:nvPicPr>
          <p:cNvPr id="199" name="Google Shape;199;p13"/>
          <p:cNvPicPr preferRelativeResize="0"/>
          <p:nvPr/>
        </p:nvPicPr>
        <p:blipFill>
          <a:blip r:embed="rId6">
            <a:alphaModFix/>
          </a:blip>
          <a:stretch>
            <a:fillRect/>
          </a:stretch>
        </p:blipFill>
        <p:spPr>
          <a:xfrm>
            <a:off x="12253050" y="1353100"/>
            <a:ext cx="5006251" cy="7482166"/>
          </a:xfrm>
          <a:prstGeom prst="rect">
            <a:avLst/>
          </a:prstGeom>
          <a:noFill/>
          <a:ln>
            <a:noFill/>
          </a:ln>
        </p:spPr>
      </p:pic>
      <p:pic>
        <p:nvPicPr>
          <p:cNvPr id="200" name="Google Shape;200;p13"/>
          <p:cNvPicPr preferRelativeResize="0"/>
          <p:nvPr/>
        </p:nvPicPr>
        <p:blipFill>
          <a:blip r:embed="rId7">
            <a:alphaModFix/>
          </a:blip>
          <a:stretch>
            <a:fillRect/>
          </a:stretch>
        </p:blipFill>
        <p:spPr>
          <a:xfrm>
            <a:off x="2976325" y="3858601"/>
            <a:ext cx="1229775" cy="5722720"/>
          </a:xfrm>
          <a:prstGeom prst="rect">
            <a:avLst/>
          </a:prstGeom>
          <a:noFill/>
          <a:ln>
            <a:noFill/>
          </a:ln>
        </p:spPr>
      </p:pic>
      <p:pic>
        <p:nvPicPr>
          <p:cNvPr id="201" name="Google Shape;201;p13"/>
          <p:cNvPicPr preferRelativeResize="0"/>
          <p:nvPr/>
        </p:nvPicPr>
        <p:blipFill>
          <a:blip r:embed="rId8">
            <a:alphaModFix/>
          </a:blip>
          <a:stretch>
            <a:fillRect/>
          </a:stretch>
        </p:blipFill>
        <p:spPr>
          <a:xfrm>
            <a:off x="-1490213" y="5782350"/>
            <a:ext cx="3093295" cy="3087275"/>
          </a:xfrm>
          <a:prstGeom prst="rect">
            <a:avLst/>
          </a:prstGeom>
          <a:noFill/>
          <a:ln>
            <a:noFill/>
          </a:ln>
        </p:spPr>
      </p:pic>
      <p:pic>
        <p:nvPicPr>
          <p:cNvPr id="202" name="Google Shape;202;p13"/>
          <p:cNvPicPr preferRelativeResize="0"/>
          <p:nvPr/>
        </p:nvPicPr>
        <p:blipFill>
          <a:blip r:embed="rId9">
            <a:alphaModFix/>
          </a:blip>
          <a:stretch>
            <a:fillRect/>
          </a:stretch>
        </p:blipFill>
        <p:spPr>
          <a:xfrm>
            <a:off x="-2012975" y="9252048"/>
            <a:ext cx="7315200" cy="2377440"/>
          </a:xfrm>
          <a:prstGeom prst="rect">
            <a:avLst/>
          </a:prstGeom>
          <a:noFill/>
          <a:ln>
            <a:noFill/>
          </a:ln>
        </p:spPr>
      </p:pic>
      <p:pic>
        <p:nvPicPr>
          <p:cNvPr id="203" name="Google Shape;203;p13"/>
          <p:cNvPicPr preferRelativeResize="0"/>
          <p:nvPr/>
        </p:nvPicPr>
        <p:blipFill>
          <a:blip r:embed="rId9">
            <a:alphaModFix/>
          </a:blip>
          <a:stretch>
            <a:fillRect/>
          </a:stretch>
        </p:blipFill>
        <p:spPr>
          <a:xfrm>
            <a:off x="-1724900" y="153173"/>
            <a:ext cx="7315200" cy="23774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207"/>
        <p:cNvGrpSpPr/>
        <p:nvPr/>
      </p:nvGrpSpPr>
      <p:grpSpPr>
        <a:xfrm>
          <a:off x="0" y="0"/>
          <a:ext cx="0" cy="0"/>
          <a:chOff x="0" y="0"/>
          <a:chExt cx="0" cy="0"/>
        </a:xfrm>
      </p:grpSpPr>
      <p:pic>
        <p:nvPicPr>
          <p:cNvPr id="208" name="Google Shape;208;p14"/>
          <p:cNvPicPr preferRelativeResize="0"/>
          <p:nvPr/>
        </p:nvPicPr>
        <p:blipFill>
          <a:blip r:embed="rId3">
            <a:alphaModFix/>
          </a:blip>
          <a:stretch>
            <a:fillRect/>
          </a:stretch>
        </p:blipFill>
        <p:spPr>
          <a:xfrm>
            <a:off x="-517482" y="0"/>
            <a:ext cx="19012818" cy="10583301"/>
          </a:xfrm>
          <a:prstGeom prst="rect">
            <a:avLst/>
          </a:prstGeom>
          <a:noFill/>
          <a:ln>
            <a:noFill/>
          </a:ln>
        </p:spPr>
      </p:pic>
      <p:grpSp>
        <p:nvGrpSpPr>
          <p:cNvPr id="209" name="Google Shape;209;p14"/>
          <p:cNvGrpSpPr/>
          <p:nvPr/>
        </p:nvGrpSpPr>
        <p:grpSpPr>
          <a:xfrm>
            <a:off x="463151" y="452860"/>
            <a:ext cx="2939098" cy="698968"/>
            <a:chOff x="0" y="0"/>
            <a:chExt cx="3918798" cy="931958"/>
          </a:xfrm>
        </p:grpSpPr>
        <p:grpSp>
          <p:nvGrpSpPr>
            <p:cNvPr id="210" name="Google Shape;210;p14"/>
            <p:cNvGrpSpPr/>
            <p:nvPr/>
          </p:nvGrpSpPr>
          <p:grpSpPr>
            <a:xfrm>
              <a:off x="0" y="0"/>
              <a:ext cx="931958" cy="931958"/>
              <a:chOff x="0" y="0"/>
              <a:chExt cx="812800" cy="812800"/>
            </a:xfrm>
          </p:grpSpPr>
          <p:sp>
            <p:nvSpPr>
              <p:cNvPr id="211" name="Google Shape;211;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3" name="Google Shape;213;p14"/>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4">
                <a:alphaModFix/>
              </a:blip>
              <a:stretch>
                <a:fillRect/>
              </a:stretch>
            </a:blipFill>
            <a:ln>
              <a:noFill/>
            </a:ln>
          </p:spPr>
          <p:txBody>
            <a:bodyPr/>
            <a:lstStyle/>
            <a:p>
              <a:endParaRPr lang="en-IN"/>
            </a:p>
          </p:txBody>
        </p:sp>
        <p:sp>
          <p:nvSpPr>
            <p:cNvPr id="214" name="Google Shape;214;p14"/>
            <p:cNvSpPr txBox="1"/>
            <p:nvPr/>
          </p:nvSpPr>
          <p:spPr>
            <a:xfrm>
              <a:off x="1080440" y="127336"/>
              <a:ext cx="2838358" cy="74011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
        <p:nvSpPr>
          <p:cNvPr id="215" name="Google Shape;215;p14"/>
          <p:cNvSpPr txBox="1"/>
          <p:nvPr/>
        </p:nvSpPr>
        <p:spPr>
          <a:xfrm>
            <a:off x="1365337" y="7262178"/>
            <a:ext cx="15557326" cy="1828800"/>
          </a:xfrm>
          <a:prstGeom prst="rect">
            <a:avLst/>
          </a:prstGeom>
          <a:noFill/>
          <a:ln>
            <a:noFill/>
          </a:ln>
        </p:spPr>
        <p:txBody>
          <a:bodyPr spcFirstLastPara="1" wrap="square" lIns="0" tIns="0" rIns="0" bIns="0" anchor="t" anchorCtr="0">
            <a:spAutoFit/>
          </a:bodyPr>
          <a:lstStyle/>
          <a:p>
            <a:pPr marL="0" marR="0" lvl="0" indent="0" algn="ctr" rtl="0">
              <a:lnSpc>
                <a:spcPct val="120005"/>
              </a:lnSpc>
              <a:spcBef>
                <a:spcPts val="0"/>
              </a:spcBef>
              <a:spcAft>
                <a:spcPts val="0"/>
              </a:spcAft>
              <a:buNone/>
            </a:pPr>
            <a:r>
              <a:rPr lang="en-US" sz="12002" b="0" i="0" u="none" strike="noStrike" cap="none">
                <a:solidFill>
                  <a:srgbClr val="FFFFFF"/>
                </a:solidFill>
                <a:latin typeface="Teko"/>
                <a:ea typeface="Teko"/>
                <a:cs typeface="Teko"/>
                <a:sym typeface="Teko"/>
              </a:rPr>
              <a:t>WELCOME TO PRESENTATION</a:t>
            </a:r>
            <a:endParaRPr/>
          </a:p>
        </p:txBody>
      </p:sp>
      <p:grpSp>
        <p:nvGrpSpPr>
          <p:cNvPr id="217" name="Google Shape;217;p14"/>
          <p:cNvGrpSpPr/>
          <p:nvPr/>
        </p:nvGrpSpPr>
        <p:grpSpPr>
          <a:xfrm rot="5400000">
            <a:off x="12109123" y="3993014"/>
            <a:ext cx="2809881" cy="409797"/>
            <a:chOff x="0" y="-47625"/>
            <a:chExt cx="812800" cy="118539"/>
          </a:xfrm>
        </p:grpSpPr>
        <p:sp>
          <p:nvSpPr>
            <p:cNvPr id="218" name="Google Shape;218;p14"/>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IN"/>
            </a:p>
          </p:txBody>
        </p:sp>
        <p:sp>
          <p:nvSpPr>
            <p:cNvPr id="219" name="Google Shape;219;p14"/>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0" name="Google Shape;220;p14"/>
          <p:cNvGrpSpPr/>
          <p:nvPr/>
        </p:nvGrpSpPr>
        <p:grpSpPr>
          <a:xfrm rot="5400000">
            <a:off x="3509691" y="3993014"/>
            <a:ext cx="2809881" cy="409797"/>
            <a:chOff x="0" y="-47625"/>
            <a:chExt cx="812800" cy="118539"/>
          </a:xfrm>
        </p:grpSpPr>
        <p:sp>
          <p:nvSpPr>
            <p:cNvPr id="221" name="Google Shape;221;p14"/>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IN"/>
            </a:p>
          </p:txBody>
        </p:sp>
        <p:sp>
          <p:nvSpPr>
            <p:cNvPr id="222" name="Google Shape;222;p14"/>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3" name="Google Shape;223;p14"/>
          <p:cNvSpPr/>
          <p:nvPr/>
        </p:nvSpPr>
        <p:spPr>
          <a:xfrm>
            <a:off x="1767427" y="3470890"/>
            <a:ext cx="1469549" cy="1472226"/>
          </a:xfrm>
          <a:custGeom>
            <a:avLst/>
            <a:gdLst/>
            <a:ahLst/>
            <a:cxnLst/>
            <a:rect l="l" t="t" r="r" b="b"/>
            <a:pathLst>
              <a:path w="1469549" h="1472226" extrusionOk="0">
                <a:moveTo>
                  <a:pt x="0" y="0"/>
                </a:moveTo>
                <a:lnTo>
                  <a:pt x="1469549" y="0"/>
                </a:lnTo>
                <a:lnTo>
                  <a:pt x="1469549" y="1472226"/>
                </a:lnTo>
                <a:lnTo>
                  <a:pt x="0" y="1472226"/>
                </a:lnTo>
                <a:lnTo>
                  <a:pt x="0" y="0"/>
                </a:lnTo>
                <a:close/>
              </a:path>
            </a:pathLst>
          </a:custGeom>
          <a:blipFill rotWithShape="1">
            <a:blip r:embed="rId5">
              <a:alphaModFix/>
            </a:blip>
            <a:stretch>
              <a:fillRect/>
            </a:stretch>
          </a:blipFill>
          <a:ln>
            <a:noFill/>
          </a:ln>
        </p:spPr>
        <p:txBody>
          <a:bodyPr/>
          <a:lstStyle/>
          <a:p>
            <a:endParaRPr lang="en-IN"/>
          </a:p>
        </p:txBody>
      </p:sp>
      <p:pic>
        <p:nvPicPr>
          <p:cNvPr id="224" name="Google Shape;224;p14"/>
          <p:cNvPicPr preferRelativeResize="0"/>
          <p:nvPr/>
        </p:nvPicPr>
        <p:blipFill>
          <a:blip r:embed="rId6">
            <a:alphaModFix/>
          </a:blip>
          <a:stretch>
            <a:fillRect/>
          </a:stretch>
        </p:blipFill>
        <p:spPr>
          <a:xfrm>
            <a:off x="14610275" y="1387838"/>
            <a:ext cx="4947075" cy="2558833"/>
          </a:xfrm>
          <a:prstGeom prst="rect">
            <a:avLst/>
          </a:prstGeom>
          <a:noFill/>
          <a:ln>
            <a:noFill/>
          </a:ln>
        </p:spPr>
      </p:pic>
      <p:pic>
        <p:nvPicPr>
          <p:cNvPr id="225" name="Google Shape;225;p14"/>
          <p:cNvPicPr preferRelativeResize="0"/>
          <p:nvPr/>
        </p:nvPicPr>
        <p:blipFill>
          <a:blip r:embed="rId7">
            <a:alphaModFix/>
          </a:blip>
          <a:stretch>
            <a:fillRect/>
          </a:stretch>
        </p:blipFill>
        <p:spPr>
          <a:xfrm>
            <a:off x="4903650" y="1415750"/>
            <a:ext cx="8378250" cy="5567223"/>
          </a:xfrm>
          <a:prstGeom prst="rect">
            <a:avLst/>
          </a:prstGeom>
          <a:noFill/>
          <a:ln>
            <a:noFill/>
          </a:ln>
        </p:spPr>
      </p:pic>
      <p:pic>
        <p:nvPicPr>
          <p:cNvPr id="226" name="Google Shape;226;p14"/>
          <p:cNvPicPr preferRelativeResize="0"/>
          <p:nvPr/>
        </p:nvPicPr>
        <p:blipFill>
          <a:blip r:embed="rId8">
            <a:alphaModFix/>
          </a:blip>
          <a:stretch>
            <a:fillRect/>
          </a:stretch>
        </p:blipFill>
        <p:spPr>
          <a:xfrm>
            <a:off x="-3232335" y="421950"/>
            <a:ext cx="7880534" cy="3748274"/>
          </a:xfrm>
          <a:prstGeom prst="rect">
            <a:avLst/>
          </a:prstGeom>
          <a:noFill/>
          <a:ln>
            <a:noFill/>
          </a:ln>
        </p:spPr>
      </p:pic>
      <p:pic>
        <p:nvPicPr>
          <p:cNvPr id="227" name="Google Shape;227;p14"/>
          <p:cNvPicPr preferRelativeResize="0"/>
          <p:nvPr/>
        </p:nvPicPr>
        <p:blipFill>
          <a:blip r:embed="rId9">
            <a:alphaModFix/>
          </a:blip>
          <a:stretch>
            <a:fillRect/>
          </a:stretch>
        </p:blipFill>
        <p:spPr>
          <a:xfrm>
            <a:off x="11573150" y="-582579"/>
            <a:ext cx="8154276" cy="1719200"/>
          </a:xfrm>
          <a:prstGeom prst="rect">
            <a:avLst/>
          </a:prstGeom>
          <a:noFill/>
          <a:ln>
            <a:noFill/>
          </a:ln>
        </p:spPr>
      </p:pic>
      <p:pic>
        <p:nvPicPr>
          <p:cNvPr id="228" name="Google Shape;228;p14"/>
          <p:cNvPicPr preferRelativeResize="0"/>
          <p:nvPr/>
        </p:nvPicPr>
        <p:blipFill>
          <a:blip r:embed="rId10">
            <a:alphaModFix/>
          </a:blip>
          <a:stretch>
            <a:fillRect/>
          </a:stretch>
        </p:blipFill>
        <p:spPr>
          <a:xfrm>
            <a:off x="14134250" y="3966586"/>
            <a:ext cx="8154276" cy="2650140"/>
          </a:xfrm>
          <a:prstGeom prst="rect">
            <a:avLst/>
          </a:prstGeom>
          <a:noFill/>
          <a:ln>
            <a:noFill/>
          </a:ln>
        </p:spPr>
      </p:pic>
      <p:pic>
        <p:nvPicPr>
          <p:cNvPr id="229" name="Google Shape;229;p14"/>
          <p:cNvPicPr preferRelativeResize="0"/>
          <p:nvPr/>
        </p:nvPicPr>
        <p:blipFill>
          <a:blip r:embed="rId11">
            <a:alphaModFix/>
          </a:blip>
          <a:stretch>
            <a:fillRect/>
          </a:stretch>
        </p:blipFill>
        <p:spPr>
          <a:xfrm>
            <a:off x="1365325" y="6303199"/>
            <a:ext cx="769475" cy="3585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233"/>
        <p:cNvGrpSpPr/>
        <p:nvPr/>
      </p:nvGrpSpPr>
      <p:grpSpPr>
        <a:xfrm>
          <a:off x="0" y="0"/>
          <a:ext cx="0" cy="0"/>
          <a:chOff x="0" y="0"/>
          <a:chExt cx="0" cy="0"/>
        </a:xfrm>
      </p:grpSpPr>
      <p:pic>
        <p:nvPicPr>
          <p:cNvPr id="234" name="Google Shape;234;p15"/>
          <p:cNvPicPr preferRelativeResize="0"/>
          <p:nvPr/>
        </p:nvPicPr>
        <p:blipFill>
          <a:blip r:embed="rId3">
            <a:alphaModFix/>
          </a:blip>
          <a:stretch>
            <a:fillRect/>
          </a:stretch>
        </p:blipFill>
        <p:spPr>
          <a:xfrm>
            <a:off x="9080125" y="1110075"/>
            <a:ext cx="7727249" cy="7733323"/>
          </a:xfrm>
          <a:prstGeom prst="rect">
            <a:avLst/>
          </a:prstGeom>
          <a:noFill/>
          <a:ln>
            <a:noFill/>
          </a:ln>
        </p:spPr>
      </p:pic>
      <p:grpSp>
        <p:nvGrpSpPr>
          <p:cNvPr id="235" name="Google Shape;235;p15"/>
          <p:cNvGrpSpPr/>
          <p:nvPr/>
        </p:nvGrpSpPr>
        <p:grpSpPr>
          <a:xfrm>
            <a:off x="1028700" y="3725188"/>
            <a:ext cx="1731395" cy="1912221"/>
            <a:chOff x="0" y="-47625"/>
            <a:chExt cx="456005" cy="503630"/>
          </a:xfrm>
        </p:grpSpPr>
        <p:sp>
          <p:nvSpPr>
            <p:cNvPr id="236" name="Google Shape;236;p15"/>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237" name="Google Shape;237;p15"/>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1" name="Google Shape;241;p15"/>
          <p:cNvGrpSpPr/>
          <p:nvPr/>
        </p:nvGrpSpPr>
        <p:grpSpPr>
          <a:xfrm>
            <a:off x="1179223" y="3836508"/>
            <a:ext cx="1731395" cy="1912221"/>
            <a:chOff x="0" y="-47625"/>
            <a:chExt cx="456005" cy="503630"/>
          </a:xfrm>
        </p:grpSpPr>
        <p:sp>
          <p:nvSpPr>
            <p:cNvPr id="242" name="Google Shape;242;p15"/>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243" name="Google Shape;243;p15"/>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7" name="Google Shape;247;p15"/>
          <p:cNvGrpSpPr/>
          <p:nvPr/>
        </p:nvGrpSpPr>
        <p:grpSpPr>
          <a:xfrm>
            <a:off x="463151" y="452860"/>
            <a:ext cx="2939098" cy="698968"/>
            <a:chOff x="0" y="0"/>
            <a:chExt cx="3918798" cy="931958"/>
          </a:xfrm>
        </p:grpSpPr>
        <p:grpSp>
          <p:nvGrpSpPr>
            <p:cNvPr id="248" name="Google Shape;248;p15"/>
            <p:cNvGrpSpPr/>
            <p:nvPr/>
          </p:nvGrpSpPr>
          <p:grpSpPr>
            <a:xfrm>
              <a:off x="0" y="0"/>
              <a:ext cx="931958" cy="931958"/>
              <a:chOff x="0" y="0"/>
              <a:chExt cx="812800" cy="812800"/>
            </a:xfrm>
          </p:grpSpPr>
          <p:sp>
            <p:nvSpPr>
              <p:cNvPr id="249" name="Google Shape;24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5"/>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1" name="Google Shape;251;p15"/>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4">
                <a:alphaModFix/>
              </a:blip>
              <a:stretch>
                <a:fillRect/>
              </a:stretch>
            </a:blipFill>
            <a:ln>
              <a:noFill/>
            </a:ln>
          </p:spPr>
          <p:txBody>
            <a:bodyPr/>
            <a:lstStyle/>
            <a:p>
              <a:endParaRPr lang="en-IN"/>
            </a:p>
          </p:txBody>
        </p:sp>
        <p:sp>
          <p:nvSpPr>
            <p:cNvPr id="252" name="Google Shape;252;p15"/>
            <p:cNvSpPr txBox="1"/>
            <p:nvPr/>
          </p:nvSpPr>
          <p:spPr>
            <a:xfrm>
              <a:off x="1080440" y="127336"/>
              <a:ext cx="2838358" cy="74011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grpSp>
        <p:nvGrpSpPr>
          <p:cNvPr id="253" name="Google Shape;253;p15"/>
          <p:cNvGrpSpPr/>
          <p:nvPr/>
        </p:nvGrpSpPr>
        <p:grpSpPr>
          <a:xfrm>
            <a:off x="10548981" y="452860"/>
            <a:ext cx="7209257" cy="9299062"/>
            <a:chOff x="0" y="0"/>
            <a:chExt cx="9612342" cy="12398749"/>
          </a:xfrm>
        </p:grpSpPr>
        <p:cxnSp>
          <p:nvCxnSpPr>
            <p:cNvPr id="254" name="Google Shape;254;p15"/>
            <p:cNvCxnSpPr/>
            <p:nvPr/>
          </p:nvCxnSpPr>
          <p:spPr>
            <a:xfrm>
              <a:off x="127336" y="127336"/>
              <a:ext cx="9485006" cy="0"/>
            </a:xfrm>
            <a:prstGeom prst="straightConnector1">
              <a:avLst/>
            </a:prstGeom>
            <a:noFill/>
            <a:ln w="50800" cap="flat" cmpd="sng">
              <a:solidFill>
                <a:srgbClr val="FFFFFF"/>
              </a:solidFill>
              <a:prstDash val="solid"/>
              <a:round/>
              <a:headEnd type="none" w="sm" len="sm"/>
              <a:tailEnd type="none" w="sm" len="sm"/>
            </a:ln>
          </p:spPr>
        </p:cxnSp>
        <p:cxnSp>
          <p:nvCxnSpPr>
            <p:cNvPr id="255" name="Google Shape;255;p15"/>
            <p:cNvCxnSpPr/>
            <p:nvPr/>
          </p:nvCxnSpPr>
          <p:spPr>
            <a:xfrm>
              <a:off x="127336" y="12271412"/>
              <a:ext cx="9485006" cy="0"/>
            </a:xfrm>
            <a:prstGeom prst="straightConnector1">
              <a:avLst/>
            </a:prstGeom>
            <a:noFill/>
            <a:ln w="50800" cap="flat" cmpd="sng">
              <a:solidFill>
                <a:srgbClr val="FFFFFF"/>
              </a:solidFill>
              <a:prstDash val="solid"/>
              <a:round/>
              <a:headEnd type="none" w="sm" len="sm"/>
              <a:tailEnd type="none" w="sm" len="sm"/>
            </a:ln>
          </p:spPr>
        </p:cxnSp>
        <p:cxnSp>
          <p:nvCxnSpPr>
            <p:cNvPr id="256" name="Google Shape;256;p15"/>
            <p:cNvCxnSpPr/>
            <p:nvPr/>
          </p:nvCxnSpPr>
          <p:spPr>
            <a:xfrm>
              <a:off x="9612342" y="127336"/>
              <a:ext cx="0" cy="12144076"/>
            </a:xfrm>
            <a:prstGeom prst="straightConnector1">
              <a:avLst/>
            </a:prstGeom>
            <a:noFill/>
            <a:ln w="50800" cap="flat" cmpd="sng">
              <a:solidFill>
                <a:srgbClr val="FFFFFF"/>
              </a:solidFill>
              <a:prstDash val="solid"/>
              <a:round/>
              <a:headEnd type="none" w="sm" len="sm"/>
              <a:tailEnd type="none" w="sm" len="sm"/>
            </a:ln>
          </p:spPr>
        </p:cxnSp>
        <p:grpSp>
          <p:nvGrpSpPr>
            <p:cNvPr id="257" name="Google Shape;257;p15"/>
            <p:cNvGrpSpPr/>
            <p:nvPr/>
          </p:nvGrpSpPr>
          <p:grpSpPr>
            <a:xfrm>
              <a:off x="0" y="0"/>
              <a:ext cx="254673" cy="254673"/>
              <a:chOff x="0" y="0"/>
              <a:chExt cx="812800" cy="812800"/>
            </a:xfrm>
          </p:grpSpPr>
          <p:sp>
            <p:nvSpPr>
              <p:cNvPr id="258" name="Google Shape;25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0" name="Google Shape;260;p15"/>
            <p:cNvGrpSpPr/>
            <p:nvPr/>
          </p:nvGrpSpPr>
          <p:grpSpPr>
            <a:xfrm>
              <a:off x="0" y="12144076"/>
              <a:ext cx="254673" cy="254673"/>
              <a:chOff x="0" y="0"/>
              <a:chExt cx="812800" cy="812800"/>
            </a:xfrm>
          </p:grpSpPr>
          <p:sp>
            <p:nvSpPr>
              <p:cNvPr id="261" name="Google Shape;26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5"/>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63" name="Google Shape;263;p15"/>
          <p:cNvSpPr txBox="1"/>
          <p:nvPr/>
        </p:nvSpPr>
        <p:spPr>
          <a:xfrm>
            <a:off x="1028700" y="1485834"/>
            <a:ext cx="8305177" cy="2216376"/>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dirty="0">
                <a:solidFill>
                  <a:srgbClr val="FFFFFF"/>
                </a:solidFill>
                <a:latin typeface="Teko"/>
                <a:cs typeface="Teko"/>
                <a:sym typeface="Teko"/>
              </a:rPr>
              <a:t>REQUIREMENTS</a:t>
            </a:r>
            <a:endParaRPr dirty="0"/>
          </a:p>
        </p:txBody>
      </p:sp>
      <p:sp>
        <p:nvSpPr>
          <p:cNvPr id="265" name="Google Shape;265;p15"/>
          <p:cNvSpPr txBox="1"/>
          <p:nvPr/>
        </p:nvSpPr>
        <p:spPr>
          <a:xfrm>
            <a:off x="3272878" y="3906014"/>
            <a:ext cx="4584125" cy="812530"/>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4400" dirty="0">
                <a:solidFill>
                  <a:srgbClr val="FFFFFF"/>
                </a:solidFill>
                <a:latin typeface="Teko"/>
                <a:cs typeface="Teko"/>
                <a:sym typeface="Teko"/>
              </a:rPr>
              <a:t>SYSTEM REQUIREMENTS</a:t>
            </a:r>
            <a:endParaRPr sz="4400" dirty="0"/>
          </a:p>
        </p:txBody>
      </p:sp>
      <p:sp>
        <p:nvSpPr>
          <p:cNvPr id="266" name="Google Shape;266;p15"/>
          <p:cNvSpPr txBox="1"/>
          <p:nvPr/>
        </p:nvSpPr>
        <p:spPr>
          <a:xfrm>
            <a:off x="3245543" y="4584643"/>
            <a:ext cx="4584125" cy="189590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dirty="0">
                <a:solidFill>
                  <a:srgbClr val="FFFFFF"/>
                </a:solidFill>
                <a:latin typeface="Montserrat"/>
                <a:sym typeface="Montserrat"/>
              </a:rPr>
              <a:t>OS: Windows system 10,11</a:t>
            </a:r>
            <a:br>
              <a:rPr lang="en-US" sz="2200" dirty="0">
                <a:solidFill>
                  <a:srgbClr val="FFFFFF"/>
                </a:solidFill>
                <a:latin typeface="Montserrat"/>
                <a:sym typeface="Montserrat"/>
              </a:rPr>
            </a:br>
            <a:r>
              <a:rPr lang="en-US" sz="2200" dirty="0">
                <a:solidFill>
                  <a:srgbClr val="FFFFFF"/>
                </a:solidFill>
                <a:latin typeface="Montserrat"/>
                <a:sym typeface="Montserrat"/>
              </a:rPr>
              <a:t>Hardware: Ram 4GB,</a:t>
            </a:r>
          </a:p>
          <a:p>
            <a:pPr marL="0" marR="0" lvl="0" indent="0" algn="l" rtl="0">
              <a:lnSpc>
                <a:spcPct val="140000"/>
              </a:lnSpc>
              <a:spcBef>
                <a:spcPts val="0"/>
              </a:spcBef>
              <a:spcAft>
                <a:spcPts val="0"/>
              </a:spcAft>
              <a:buNone/>
            </a:pPr>
            <a:r>
              <a:rPr lang="en-US" sz="2200" dirty="0">
                <a:solidFill>
                  <a:srgbClr val="FFFFFF"/>
                </a:solidFill>
                <a:latin typeface="Montserrat"/>
                <a:sym typeface="Montserrat"/>
              </a:rPr>
              <a:t>Software: VS code, Python, Python libraries</a:t>
            </a:r>
            <a:endParaRPr dirty="0"/>
          </a:p>
        </p:txBody>
      </p:sp>
      <p:pic>
        <p:nvPicPr>
          <p:cNvPr id="268" name="Google Shape;268;p15"/>
          <p:cNvPicPr preferRelativeResize="0"/>
          <p:nvPr/>
        </p:nvPicPr>
        <p:blipFill>
          <a:blip r:embed="rId5">
            <a:alphaModFix/>
          </a:blip>
          <a:stretch>
            <a:fillRect/>
          </a:stretch>
        </p:blipFill>
        <p:spPr>
          <a:xfrm>
            <a:off x="10038725" y="2164038"/>
            <a:ext cx="5702801" cy="5702801"/>
          </a:xfrm>
          <a:prstGeom prst="rect">
            <a:avLst/>
          </a:prstGeom>
          <a:noFill/>
          <a:ln>
            <a:noFill/>
          </a:ln>
        </p:spPr>
      </p:pic>
      <p:pic>
        <p:nvPicPr>
          <p:cNvPr id="269" name="Google Shape;269;p15"/>
          <p:cNvPicPr preferRelativeResize="0"/>
          <p:nvPr/>
        </p:nvPicPr>
        <p:blipFill>
          <a:blip r:embed="rId6">
            <a:alphaModFix/>
          </a:blip>
          <a:stretch>
            <a:fillRect/>
          </a:stretch>
        </p:blipFill>
        <p:spPr>
          <a:xfrm>
            <a:off x="15741525" y="-734298"/>
            <a:ext cx="7727250" cy="2517798"/>
          </a:xfrm>
          <a:prstGeom prst="rect">
            <a:avLst/>
          </a:prstGeom>
          <a:noFill/>
          <a:ln>
            <a:noFill/>
          </a:ln>
        </p:spPr>
      </p:pic>
      <p:pic>
        <p:nvPicPr>
          <p:cNvPr id="270" name="Google Shape;270;p15"/>
          <p:cNvPicPr preferRelativeResize="0"/>
          <p:nvPr/>
        </p:nvPicPr>
        <p:blipFill>
          <a:blip r:embed="rId6">
            <a:alphaModFix/>
          </a:blip>
          <a:stretch>
            <a:fillRect/>
          </a:stretch>
        </p:blipFill>
        <p:spPr>
          <a:xfrm>
            <a:off x="-6910275" y="1783502"/>
            <a:ext cx="7727250" cy="2517798"/>
          </a:xfrm>
          <a:prstGeom prst="rect">
            <a:avLst/>
          </a:prstGeom>
          <a:noFill/>
          <a:ln>
            <a:noFill/>
          </a:ln>
        </p:spPr>
      </p:pic>
      <p:pic>
        <p:nvPicPr>
          <p:cNvPr id="271" name="Google Shape;271;p15"/>
          <p:cNvPicPr preferRelativeResize="0"/>
          <p:nvPr/>
        </p:nvPicPr>
        <p:blipFill>
          <a:blip r:embed="rId6">
            <a:alphaModFix/>
          </a:blip>
          <a:stretch>
            <a:fillRect/>
          </a:stretch>
        </p:blipFill>
        <p:spPr>
          <a:xfrm>
            <a:off x="464564" y="7584499"/>
            <a:ext cx="7727250" cy="2517798"/>
          </a:xfrm>
          <a:prstGeom prst="rect">
            <a:avLst/>
          </a:prstGeom>
          <a:noFill/>
          <a:ln>
            <a:noFill/>
          </a:ln>
        </p:spPr>
      </p:pic>
      <p:pic>
        <p:nvPicPr>
          <p:cNvPr id="272" name="Google Shape;272;p15"/>
          <p:cNvPicPr preferRelativeResize="0"/>
          <p:nvPr/>
        </p:nvPicPr>
        <p:blipFill>
          <a:blip r:embed="rId7">
            <a:alphaModFix/>
          </a:blip>
          <a:stretch>
            <a:fillRect/>
          </a:stretch>
        </p:blipFill>
        <p:spPr>
          <a:xfrm>
            <a:off x="1439975" y="4281574"/>
            <a:ext cx="1131875" cy="10977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312"/>
        <p:cNvGrpSpPr/>
        <p:nvPr/>
      </p:nvGrpSpPr>
      <p:grpSpPr>
        <a:xfrm>
          <a:off x="0" y="0"/>
          <a:ext cx="0" cy="0"/>
          <a:chOff x="0" y="0"/>
          <a:chExt cx="0" cy="0"/>
        </a:xfrm>
      </p:grpSpPr>
      <p:sp>
        <p:nvSpPr>
          <p:cNvPr id="314" name="Google Shape;314;p17"/>
          <p:cNvSpPr txBox="1"/>
          <p:nvPr/>
        </p:nvSpPr>
        <p:spPr>
          <a:xfrm>
            <a:off x="1143875" y="29757"/>
            <a:ext cx="7378075" cy="2216376"/>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dirty="0">
                <a:solidFill>
                  <a:srgbClr val="FFFFFF"/>
                </a:solidFill>
                <a:latin typeface="Teko"/>
                <a:cs typeface="Teko"/>
                <a:sym typeface="Teko"/>
              </a:rPr>
              <a:t>ALGORITHM</a:t>
            </a:r>
            <a:endParaRPr dirty="0"/>
          </a:p>
        </p:txBody>
      </p:sp>
      <p:sp>
        <p:nvSpPr>
          <p:cNvPr id="321" name="Google Shape;321;p17"/>
          <p:cNvSpPr txBox="1"/>
          <p:nvPr/>
        </p:nvSpPr>
        <p:spPr>
          <a:xfrm>
            <a:off x="666892" y="2526929"/>
            <a:ext cx="17221057" cy="739741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2200" dirty="0">
                <a:solidFill>
                  <a:srgbClr val="FFFFFF"/>
                </a:solidFill>
                <a:latin typeface="Montserrat"/>
                <a:ea typeface="Montserrat"/>
                <a:cs typeface="Montserrat"/>
                <a:sym typeface="Montserrat"/>
              </a:rPr>
              <a:t>Algorithm is the main part in initial stages of programming which shows how a code will flow and process</a:t>
            </a:r>
            <a:r>
              <a:rPr lang="en-US" sz="2200" b="0" i="0" u="none" strike="noStrike" cap="none" dirty="0">
                <a:solidFill>
                  <a:srgbClr val="FFFFFF"/>
                </a:solidFill>
                <a:latin typeface="Montserrat"/>
                <a:ea typeface="Montserrat"/>
                <a:cs typeface="Montserrat"/>
                <a:sym typeface="Montserrat"/>
              </a:rPr>
              <a:t>. </a:t>
            </a:r>
            <a:r>
              <a:rPr lang="en-GB" sz="2200" b="0" i="0" u="none" strike="noStrike" cap="none" dirty="0">
                <a:solidFill>
                  <a:srgbClr val="FFFFFF"/>
                </a:solidFill>
                <a:latin typeface="Montserrat"/>
                <a:ea typeface="Montserrat"/>
                <a:cs typeface="Montserrat"/>
                <a:sym typeface="Montserrat"/>
              </a:rPr>
              <a:t>We use the platform module to determine the operating system and its version. The variable ‘OS' contains the platform information, while '</a:t>
            </a:r>
            <a:r>
              <a:rPr lang="en-GB" sz="2200" b="0" i="0" u="none" strike="noStrike" cap="none" dirty="0" err="1">
                <a:solidFill>
                  <a:srgbClr val="FFFFFF"/>
                </a:solidFill>
                <a:latin typeface="Montserrat"/>
                <a:ea typeface="Montserrat"/>
                <a:cs typeface="Montserrat"/>
                <a:sym typeface="Montserrat"/>
              </a:rPr>
              <a:t>System_version</a:t>
            </a:r>
            <a:r>
              <a:rPr lang="en-GB" sz="2200" b="0" i="0" u="none" strike="noStrike" cap="none" dirty="0">
                <a:solidFill>
                  <a:srgbClr val="FFFFFF"/>
                </a:solidFill>
                <a:latin typeface="Montserrat"/>
                <a:ea typeface="Montserrat"/>
                <a:cs typeface="Montserrat"/>
                <a:sym typeface="Montserrat"/>
              </a:rPr>
              <a:t>' contains the specific system information. This enables us to customise our outputs and commands according to the operating system of the user. </a:t>
            </a:r>
            <a:r>
              <a:rPr lang="en-GB" sz="2200" b="0" i="0" u="none" strike="noStrike" cap="none" dirty="0" err="1">
                <a:solidFill>
                  <a:srgbClr val="FFFFFF"/>
                </a:solidFill>
                <a:latin typeface="Montserrat"/>
                <a:ea typeface="Montserrat"/>
                <a:cs typeface="Montserrat"/>
                <a:sym typeface="Montserrat"/>
              </a:rPr>
              <a:t>Platform.platform</a:t>
            </a:r>
            <a:r>
              <a:rPr lang="en-GB" sz="2200" b="0" i="0" u="none" strike="noStrike" cap="none" dirty="0">
                <a:solidFill>
                  <a:srgbClr val="FFFFFF"/>
                </a:solidFill>
                <a:latin typeface="Montserrat"/>
                <a:ea typeface="Montserrat"/>
                <a:cs typeface="Montserrat"/>
                <a:sym typeface="Montserrat"/>
              </a:rPr>
              <a:t>(terse=True) = </a:t>
            </a:r>
            <a:r>
              <a:rPr lang="en-GB" sz="2200" b="0" i="0" u="none" strike="noStrike" cap="none" dirty="0" err="1">
                <a:solidFill>
                  <a:srgbClr val="FFFFFF"/>
                </a:solidFill>
                <a:latin typeface="Montserrat"/>
                <a:ea typeface="Montserrat"/>
                <a:cs typeface="Montserrat"/>
                <a:sym typeface="Montserrat"/>
              </a:rPr>
              <a:t>Your_OS</a:t>
            </a:r>
            <a:endParaRPr lang="en-GB" sz="2200" b="0" i="0" u="none" strike="noStrike" cap="none" dirty="0">
              <a:solidFill>
                <a:srgbClr val="FFFFFF"/>
              </a:solidFill>
              <a:latin typeface="Montserrat"/>
              <a:ea typeface="Montserrat"/>
              <a:cs typeface="Montserrat"/>
              <a:sym typeface="Montserrat"/>
            </a:endParaRPr>
          </a:p>
          <a:p>
            <a:pPr marL="0" marR="0" lvl="0" indent="0" algn="l" rtl="0">
              <a:lnSpc>
                <a:spcPct val="115000"/>
              </a:lnSpc>
              <a:spcBef>
                <a:spcPts val="0"/>
              </a:spcBef>
              <a:spcAft>
                <a:spcPts val="0"/>
              </a:spcAft>
              <a:buNone/>
            </a:pPr>
            <a:r>
              <a:rPr lang="en-GB" sz="2200" b="0" i="0" u="none" strike="noStrike" cap="none" dirty="0">
                <a:solidFill>
                  <a:srgbClr val="FFFFFF"/>
                </a:solidFill>
                <a:latin typeface="Montserrat"/>
                <a:ea typeface="Montserrat"/>
                <a:cs typeface="Montserrat"/>
                <a:sym typeface="Montserrat"/>
              </a:rPr>
              <a:t>A tuple with different system information, including the system name, node name, release, version, machine, and processor, is returned by the '</a:t>
            </a:r>
            <a:r>
              <a:rPr lang="en-GB" sz="2200" b="0" i="0" u="none" strike="noStrike" cap="none" dirty="0" err="1">
                <a:solidFill>
                  <a:srgbClr val="FFFFFF"/>
                </a:solidFill>
                <a:latin typeface="Montserrat"/>
                <a:ea typeface="Montserrat"/>
                <a:cs typeface="Montserrat"/>
                <a:sym typeface="Montserrat"/>
              </a:rPr>
              <a:t>platform.uname</a:t>
            </a:r>
            <a:r>
              <a:rPr lang="en-GB" sz="2200" b="0" i="0" u="none" strike="noStrike" cap="none" dirty="0">
                <a:solidFill>
                  <a:srgbClr val="FFFFFF"/>
                </a:solidFill>
                <a:latin typeface="Montserrat"/>
                <a:ea typeface="Montserrat"/>
                <a:cs typeface="Montserrat"/>
                <a:sym typeface="Montserrat"/>
              </a:rPr>
              <a:t>()' function.   We save this data in the '</a:t>
            </a:r>
            <a:r>
              <a:rPr lang="en-GB" sz="2200" b="0" i="0" u="none" strike="noStrike" cap="none" dirty="0" err="1">
                <a:solidFill>
                  <a:srgbClr val="FFFFFF"/>
                </a:solidFill>
                <a:latin typeface="Montserrat"/>
                <a:ea typeface="Montserrat"/>
                <a:cs typeface="Montserrat"/>
                <a:sym typeface="Montserrat"/>
              </a:rPr>
              <a:t>System_version</a:t>
            </a:r>
            <a:r>
              <a:rPr lang="en-GB" sz="2200" b="0" i="0" u="none" strike="noStrike" cap="none" dirty="0">
                <a:solidFill>
                  <a:srgbClr val="FFFFFF"/>
                </a:solidFill>
                <a:latin typeface="Montserrat"/>
                <a:ea typeface="Montserrat"/>
                <a:cs typeface="Montserrat"/>
                <a:sym typeface="Montserrat"/>
              </a:rPr>
              <a:t>' variable so that our software can use it later. Version of the system = </a:t>
            </a:r>
            <a:r>
              <a:rPr lang="en-GB" sz="2200" b="0" i="0" u="none" strike="noStrike" cap="none" dirty="0" err="1">
                <a:solidFill>
                  <a:srgbClr val="FFFFFF"/>
                </a:solidFill>
                <a:latin typeface="Montserrat"/>
                <a:ea typeface="Montserrat"/>
                <a:cs typeface="Montserrat"/>
                <a:sym typeface="Montserrat"/>
              </a:rPr>
              <a:t>platform.uname</a:t>
            </a:r>
            <a:r>
              <a:rPr lang="en-GB" sz="2200" b="0" i="0" u="none" strike="noStrike" cap="none" dirty="0">
                <a:solidFill>
                  <a:srgbClr val="FFFFFF"/>
                </a:solidFill>
                <a:latin typeface="Montserrat"/>
                <a:ea typeface="Montserrat"/>
                <a:cs typeface="Montserrat"/>
                <a:sym typeface="Montserrat"/>
              </a:rPr>
              <a:t>()</a:t>
            </a:r>
            <a:endParaRPr sz="2200" b="0" i="0" u="none" strike="noStrike" cap="none" dirty="0">
              <a:solidFill>
                <a:srgbClr val="FFFFFF"/>
              </a:solidFill>
              <a:latin typeface="Montserrat"/>
              <a:ea typeface="Montserrat"/>
              <a:cs typeface="Montserrat"/>
              <a:sym typeface="Montserrat"/>
            </a:endParaRPr>
          </a:p>
          <a:p>
            <a:pPr marL="0" marR="0" lvl="0" indent="0" algn="l" rtl="0">
              <a:lnSpc>
                <a:spcPct val="115000"/>
              </a:lnSpc>
              <a:spcBef>
                <a:spcPts val="0"/>
              </a:spcBef>
              <a:spcAft>
                <a:spcPts val="0"/>
              </a:spcAft>
              <a:buNone/>
            </a:pPr>
            <a:r>
              <a:rPr lang="en-GB" sz="2200" b="0" i="0" u="none" strike="noStrike" cap="none" dirty="0">
                <a:solidFill>
                  <a:srgbClr val="FFFFFF"/>
                </a:solidFill>
                <a:latin typeface="Montserrat"/>
                <a:ea typeface="Montserrat"/>
                <a:cs typeface="Montserrat"/>
                <a:sym typeface="Montserrat"/>
              </a:rPr>
              <a:t>Using a destination (which could be a hostname or an IP address) as    input,the'resolve_aQRQtcHPjBjgRoOxnyFbIHgnJYrWKoC9ll_ips' function tries to resolve all related IP addresses, classifying them as either public or private and as either IPv4 or IPv6.</a:t>
            </a:r>
            <a:r>
              <a:rPr lang="en-US" sz="2200" b="0" i="0" u="none" strike="noStrike" cap="none" dirty="0">
                <a:solidFill>
                  <a:srgbClr val="FFFFFF"/>
                </a:solidFill>
                <a:latin typeface="Montserrat"/>
                <a:ea typeface="Montserrat"/>
                <a:cs typeface="Montserrat"/>
                <a:sym typeface="Montserrat"/>
              </a:rPr>
              <a:t>By providing education and resources, we empower farmers to increase their yields while preserving the environment for future generations. This initiative not only enhances food security but also promotes economic stability in rural areas. vulnerabilities, hostnames, ISP, nation, city, latitude, longitude, ASN, encryption schemes, and certificates. self, </a:t>
            </a:r>
            <a:r>
              <a:rPr lang="en-US" sz="2200" b="0" i="0" u="none" strike="noStrike" cap="none" dirty="0" err="1">
                <a:solidFill>
                  <a:srgbClr val="FFFFFF"/>
                </a:solidFill>
                <a:latin typeface="Montserrat"/>
                <a:ea typeface="Montserrat"/>
                <a:cs typeface="Montserrat"/>
                <a:sym typeface="Montserrat"/>
              </a:rPr>
              <a:t>ip_address</a:t>
            </a:r>
            <a:r>
              <a:rPr lang="en-US" sz="2200" b="0" i="0" u="none" strike="noStrike" cap="none" dirty="0">
                <a:solidFill>
                  <a:srgbClr val="FFFFFF"/>
                </a:solidFill>
                <a:latin typeface="Montserrat"/>
                <a:ea typeface="Montserrat"/>
                <a:cs typeface="Montserrat"/>
                <a:sym typeface="Montserrat"/>
              </a:rPr>
              <a:t>; def </a:t>
            </a:r>
            <a:r>
              <a:rPr lang="en-US" sz="2200" b="0" i="0" u="none" strike="noStrike" cap="none" dirty="0" err="1">
                <a:solidFill>
                  <a:srgbClr val="FFFFFF"/>
                </a:solidFill>
                <a:latin typeface="Montserrat"/>
                <a:ea typeface="Montserrat"/>
                <a:cs typeface="Montserrat"/>
                <a:sym typeface="Montserrat"/>
              </a:rPr>
              <a:t>parse_host_details</a:t>
            </a:r>
            <a:r>
              <a:rPr lang="en-US" sz="2200" b="0" i="0" u="none" strike="noStrike" cap="none" dirty="0">
                <a:solidFill>
                  <a:srgbClr val="FFFFFF"/>
                </a:solidFill>
                <a:latin typeface="Montserrat"/>
                <a:ea typeface="Montserrat"/>
                <a:cs typeface="Montserrat"/>
                <a:sym typeface="Montserrat"/>
              </a:rPr>
              <a:t>:</a:t>
            </a:r>
          </a:p>
          <a:p>
            <a:pPr marL="0" marR="0" lvl="0" indent="0" algn="l" rtl="0">
              <a:lnSpc>
                <a:spcPct val="115000"/>
              </a:lnSpc>
              <a:spcBef>
                <a:spcPts val="0"/>
              </a:spcBef>
              <a:spcAft>
                <a:spcPts val="0"/>
              </a:spcAft>
              <a:buNone/>
            </a:pPr>
            <a:r>
              <a:rPr lang="en-GB" sz="2200" b="0" i="0" u="none" strike="noStrike" cap="none" dirty="0">
                <a:solidFill>
                  <a:srgbClr val="FFFFFF"/>
                </a:solidFill>
                <a:latin typeface="Montserrat"/>
                <a:ea typeface="Montserrat"/>
                <a:cs typeface="Montserrat"/>
                <a:sym typeface="Montserrat"/>
              </a:rPr>
              <a:t>In order to facilitate comparison in the if-</a:t>
            </a:r>
            <a:r>
              <a:rPr lang="en-GB" sz="2200" b="0" i="0" u="none" strike="noStrike" cap="none" dirty="0" err="1">
                <a:solidFill>
                  <a:srgbClr val="FFFFFF"/>
                </a:solidFill>
                <a:latin typeface="Montserrat"/>
                <a:ea typeface="Montserrat"/>
                <a:cs typeface="Montserrat"/>
                <a:sym typeface="Montserrat"/>
              </a:rPr>
              <a:t>elif</a:t>
            </a:r>
            <a:r>
              <a:rPr lang="en-GB" sz="2200" b="0" i="0" u="none" strike="noStrike" cap="none" dirty="0">
                <a:solidFill>
                  <a:srgbClr val="FFFFFF"/>
                </a:solidFill>
                <a:latin typeface="Montserrat"/>
                <a:ea typeface="Montserrat"/>
                <a:cs typeface="Montserrat"/>
                <a:sym typeface="Montserrat"/>
              </a:rPr>
              <a:t> lines that follow, the input is transformed to an integer.</a:t>
            </a:r>
          </a:p>
          <a:p>
            <a:pPr marL="0" marR="0" lvl="0" indent="0" algn="l" rtl="0">
              <a:lnSpc>
                <a:spcPct val="115000"/>
              </a:lnSpc>
              <a:spcBef>
                <a:spcPts val="0"/>
              </a:spcBef>
              <a:spcAft>
                <a:spcPts val="0"/>
              </a:spcAft>
              <a:buNone/>
            </a:pPr>
            <a:r>
              <a:rPr lang="en-GB" sz="2200" b="0" i="0" u="none" strike="noStrike" cap="none" dirty="0">
                <a:solidFill>
                  <a:srgbClr val="FFFFFF"/>
                </a:solidFill>
                <a:latin typeface="Montserrat"/>
                <a:ea typeface="Montserrat"/>
                <a:cs typeface="Montserrat"/>
                <a:sym typeface="Montserrat"/>
              </a:rPr>
              <a:t> options = int(input("Please enter any option from the list above.\n"))</a:t>
            </a:r>
          </a:p>
          <a:p>
            <a:pPr lvl="0">
              <a:lnSpc>
                <a:spcPct val="115000"/>
              </a:lnSpc>
            </a:pPr>
            <a:r>
              <a:rPr lang="en-GB" sz="2200" b="0" i="0" u="none" strike="noStrike" cap="none" dirty="0">
                <a:solidFill>
                  <a:srgbClr val="FFFFFF"/>
                </a:solidFill>
                <a:latin typeface="Montserrat"/>
                <a:ea typeface="Montserrat"/>
                <a:cs typeface="Montserrat"/>
                <a:sym typeface="Montserrat"/>
              </a:rPr>
              <a:t>The application is made to be both educational and easy to use, giving the user feedback and clear instructions all along the </a:t>
            </a:r>
            <a:r>
              <a:rPr lang="en-GB" sz="2200" dirty="0">
                <a:solidFill>
                  <a:srgbClr val="FFFFFF"/>
                </a:solidFill>
                <a:latin typeface="Montserrat"/>
                <a:ea typeface="Montserrat"/>
                <a:cs typeface="Montserrat"/>
                <a:sym typeface="Montserrat"/>
              </a:rPr>
              <a:t>way. target = input(</a:t>
            </a:r>
            <a:r>
              <a:rPr lang="en-GB" sz="2200" dirty="0" err="1">
                <a:solidFill>
                  <a:srgbClr val="FFFFFF"/>
                </a:solidFill>
                <a:latin typeface="Montserrat"/>
                <a:ea typeface="Montserrat"/>
                <a:cs typeface="Montserrat"/>
                <a:sym typeface="Montserrat"/>
              </a:rPr>
              <a:t>f"Enter</a:t>
            </a:r>
            <a:r>
              <a:rPr lang="en-GB" sz="2200" dirty="0">
                <a:solidFill>
                  <a:srgbClr val="FFFFFF"/>
                </a:solidFill>
                <a:latin typeface="Montserrat"/>
                <a:ea typeface="Montserrat"/>
                <a:cs typeface="Montserrat"/>
                <a:sym typeface="Montserrat"/>
              </a:rPr>
              <a:t> your target: ")</a:t>
            </a:r>
          </a:p>
          <a:p>
            <a:pPr lvl="0">
              <a:lnSpc>
                <a:spcPct val="115000"/>
              </a:lnSpc>
            </a:pPr>
            <a:r>
              <a:rPr lang="en-GB" sz="2200" dirty="0">
                <a:solidFill>
                  <a:srgbClr val="FFFFFF"/>
                </a:solidFill>
                <a:latin typeface="Montserrat"/>
                <a:ea typeface="Montserrat"/>
                <a:cs typeface="Montserrat"/>
                <a:sym typeface="Montserrat"/>
              </a:rPr>
              <a:t>This is how the Algorithm works and flows giving the user 3 options and can select any of them in order to start the information gathering process Through DNS Reconnaissance, Shodan Hacking, Network Reconnaissance.</a:t>
            </a:r>
            <a:endParaRPr lang="en-US" sz="2200" b="0" i="0" u="none" strike="noStrike" cap="none" dirty="0">
              <a:solidFill>
                <a:srgbClr val="FFFFFF"/>
              </a:solidFill>
              <a:latin typeface="Montserrat"/>
              <a:ea typeface="Montserrat"/>
              <a:cs typeface="Montserrat"/>
              <a:sym typeface="Montserrat"/>
            </a:endParaRPr>
          </a:p>
        </p:txBody>
      </p:sp>
      <p:grpSp>
        <p:nvGrpSpPr>
          <p:cNvPr id="322" name="Google Shape;322;p17"/>
          <p:cNvGrpSpPr/>
          <p:nvPr/>
        </p:nvGrpSpPr>
        <p:grpSpPr>
          <a:xfrm>
            <a:off x="828175" y="181835"/>
            <a:ext cx="7286074" cy="1912221"/>
            <a:chOff x="0" y="-47625"/>
            <a:chExt cx="1918966" cy="503630"/>
          </a:xfrm>
        </p:grpSpPr>
        <p:sp>
          <p:nvSpPr>
            <p:cNvPr id="323" name="Google Shape;323;p17"/>
            <p:cNvSpPr/>
            <p:nvPr/>
          </p:nvSpPr>
          <p:spPr>
            <a:xfrm>
              <a:off x="0" y="0"/>
              <a:ext cx="1918966" cy="456005"/>
            </a:xfrm>
            <a:custGeom>
              <a:avLst/>
              <a:gdLst/>
              <a:ahLst/>
              <a:cxnLst/>
              <a:rect l="l" t="t" r="r" b="b"/>
              <a:pathLst>
                <a:path w="1918966" h="456005" extrusionOk="0">
                  <a:moveTo>
                    <a:pt x="0" y="0"/>
                  </a:moveTo>
                  <a:lnTo>
                    <a:pt x="1918966" y="0"/>
                  </a:lnTo>
                  <a:lnTo>
                    <a:pt x="1918966"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324" name="Google Shape;324;p17"/>
            <p:cNvSpPr txBox="1"/>
            <p:nvPr/>
          </p:nvSpPr>
          <p:spPr>
            <a:xfrm>
              <a:off x="0" y="-47625"/>
              <a:ext cx="1918966"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5" name="Google Shape;325;p17"/>
          <p:cNvGrpSpPr/>
          <p:nvPr/>
        </p:nvGrpSpPr>
        <p:grpSpPr>
          <a:xfrm>
            <a:off x="666893" y="0"/>
            <a:ext cx="7286074" cy="1912221"/>
            <a:chOff x="0" y="-47625"/>
            <a:chExt cx="1918966" cy="503630"/>
          </a:xfrm>
        </p:grpSpPr>
        <p:sp>
          <p:nvSpPr>
            <p:cNvPr id="326" name="Google Shape;326;p17"/>
            <p:cNvSpPr/>
            <p:nvPr/>
          </p:nvSpPr>
          <p:spPr>
            <a:xfrm>
              <a:off x="0" y="0"/>
              <a:ext cx="1918966" cy="456005"/>
            </a:xfrm>
            <a:custGeom>
              <a:avLst/>
              <a:gdLst/>
              <a:ahLst/>
              <a:cxnLst/>
              <a:rect l="l" t="t" r="r" b="b"/>
              <a:pathLst>
                <a:path w="1918966" h="456005" extrusionOk="0">
                  <a:moveTo>
                    <a:pt x="0" y="0"/>
                  </a:moveTo>
                  <a:lnTo>
                    <a:pt x="1918966" y="0"/>
                  </a:lnTo>
                  <a:lnTo>
                    <a:pt x="1918966"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327" name="Google Shape;327;p17"/>
            <p:cNvSpPr txBox="1"/>
            <p:nvPr/>
          </p:nvSpPr>
          <p:spPr>
            <a:xfrm>
              <a:off x="0" y="-47625"/>
              <a:ext cx="1918966"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334" name="Google Shape;334;p17"/>
          <p:cNvSpPr/>
          <p:nvPr/>
        </p:nvSpPr>
        <p:spPr>
          <a:xfrm>
            <a:off x="11502248" y="219997"/>
            <a:ext cx="1469549" cy="1472226"/>
          </a:xfrm>
          <a:custGeom>
            <a:avLst/>
            <a:gdLst/>
            <a:ahLst/>
            <a:cxnLst/>
            <a:rect l="l" t="t" r="r" b="b"/>
            <a:pathLst>
              <a:path w="1469549" h="1472226" extrusionOk="0">
                <a:moveTo>
                  <a:pt x="0" y="0"/>
                </a:moveTo>
                <a:lnTo>
                  <a:pt x="1469549" y="0"/>
                </a:lnTo>
                <a:lnTo>
                  <a:pt x="1469549" y="1472226"/>
                </a:lnTo>
                <a:lnTo>
                  <a:pt x="0" y="1472226"/>
                </a:lnTo>
                <a:lnTo>
                  <a:pt x="0" y="0"/>
                </a:lnTo>
                <a:close/>
              </a:path>
            </a:pathLst>
          </a:custGeom>
          <a:blipFill rotWithShape="1">
            <a:blip r:embed="rId3">
              <a:alphaModFix/>
            </a:blip>
            <a:stretch>
              <a:fillRect/>
            </a:stretch>
          </a:blipFill>
          <a:ln>
            <a:noFill/>
          </a:ln>
        </p:spPr>
        <p:txBody>
          <a:bodyPr/>
          <a:lstStyle/>
          <a:p>
            <a:endParaRPr lang="en-IN"/>
          </a:p>
        </p:txBody>
      </p:sp>
      <p:pic>
        <p:nvPicPr>
          <p:cNvPr id="336" name="Google Shape;336;p17"/>
          <p:cNvPicPr preferRelativeResize="0"/>
          <p:nvPr/>
        </p:nvPicPr>
        <p:blipFill>
          <a:blip r:embed="rId4">
            <a:alphaModFix/>
          </a:blip>
          <a:stretch>
            <a:fillRect/>
          </a:stretch>
        </p:blipFill>
        <p:spPr>
          <a:xfrm>
            <a:off x="13805266" y="-391025"/>
            <a:ext cx="7317873" cy="1542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a:extLst>
            <a:ext uri="{FF2B5EF4-FFF2-40B4-BE49-F238E27FC236}">
              <a16:creationId xmlns:a16="http://schemas.microsoft.com/office/drawing/2014/main" id="{13DDB727-C06B-DE22-CB83-56931BD74850}"/>
            </a:ext>
          </a:extLst>
        </p:cNvPr>
        <p:cNvGrpSpPr/>
        <p:nvPr/>
      </p:nvGrpSpPr>
      <p:grpSpPr>
        <a:xfrm>
          <a:off x="0" y="0"/>
          <a:ext cx="0" cy="0"/>
          <a:chOff x="0" y="0"/>
          <a:chExt cx="0" cy="0"/>
        </a:xfrm>
      </p:grpSpPr>
      <p:pic>
        <p:nvPicPr>
          <p:cNvPr id="278" name="Google Shape;278;p16">
            <a:extLst>
              <a:ext uri="{FF2B5EF4-FFF2-40B4-BE49-F238E27FC236}">
                <a16:creationId xmlns:a16="http://schemas.microsoft.com/office/drawing/2014/main" id="{A785F8D9-1AFE-5144-6CB1-FADC18E58DA7}"/>
              </a:ext>
            </a:extLst>
          </p:cNvPr>
          <p:cNvPicPr preferRelativeResize="0"/>
          <p:nvPr/>
        </p:nvPicPr>
        <p:blipFill>
          <a:blip r:embed="rId3">
            <a:alphaModFix/>
          </a:blip>
          <a:stretch>
            <a:fillRect/>
          </a:stretch>
        </p:blipFill>
        <p:spPr>
          <a:xfrm>
            <a:off x="-413475" y="-59125"/>
            <a:ext cx="19109043" cy="10636875"/>
          </a:xfrm>
          <a:prstGeom prst="rect">
            <a:avLst/>
          </a:prstGeom>
          <a:noFill/>
          <a:ln>
            <a:noFill/>
          </a:ln>
        </p:spPr>
      </p:pic>
      <p:grpSp>
        <p:nvGrpSpPr>
          <p:cNvPr id="280" name="Google Shape;280;p16">
            <a:extLst>
              <a:ext uri="{FF2B5EF4-FFF2-40B4-BE49-F238E27FC236}">
                <a16:creationId xmlns:a16="http://schemas.microsoft.com/office/drawing/2014/main" id="{EC666988-EB80-72DF-D663-D7B9A540471E}"/>
              </a:ext>
            </a:extLst>
          </p:cNvPr>
          <p:cNvGrpSpPr/>
          <p:nvPr/>
        </p:nvGrpSpPr>
        <p:grpSpPr>
          <a:xfrm>
            <a:off x="1306492" y="396725"/>
            <a:ext cx="7442353" cy="9532657"/>
            <a:chOff x="0" y="-47625"/>
            <a:chExt cx="1174659" cy="1823710"/>
          </a:xfrm>
        </p:grpSpPr>
        <p:sp>
          <p:nvSpPr>
            <p:cNvPr id="281" name="Google Shape;281;p16">
              <a:extLst>
                <a:ext uri="{FF2B5EF4-FFF2-40B4-BE49-F238E27FC236}">
                  <a16:creationId xmlns:a16="http://schemas.microsoft.com/office/drawing/2014/main" id="{61979C35-5816-ABEE-6F8F-0D5E5910DA2C}"/>
                </a:ext>
              </a:extLst>
            </p:cNvPr>
            <p:cNvSpPr/>
            <p:nvPr/>
          </p:nvSpPr>
          <p:spPr>
            <a:xfrm>
              <a:off x="0" y="0"/>
              <a:ext cx="1174659" cy="1776085"/>
            </a:xfrm>
            <a:custGeom>
              <a:avLst/>
              <a:gdLst/>
              <a:ahLst/>
              <a:cxnLst/>
              <a:rect l="l" t="t" r="r" b="b"/>
              <a:pathLst>
                <a:path w="1174659" h="1776085" extrusionOk="0">
                  <a:moveTo>
                    <a:pt x="0" y="0"/>
                  </a:moveTo>
                  <a:lnTo>
                    <a:pt x="1174659" y="0"/>
                  </a:lnTo>
                  <a:lnTo>
                    <a:pt x="1174659" y="1776085"/>
                  </a:lnTo>
                  <a:lnTo>
                    <a:pt x="0" y="177608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282" name="Google Shape;282;p16">
              <a:extLst>
                <a:ext uri="{FF2B5EF4-FFF2-40B4-BE49-F238E27FC236}">
                  <a16:creationId xmlns:a16="http://schemas.microsoft.com/office/drawing/2014/main" id="{DC45E592-539D-34CB-F839-EB51CFA61F84}"/>
                </a:ext>
              </a:extLst>
            </p:cNvPr>
            <p:cNvSpPr txBox="1"/>
            <p:nvPr/>
          </p:nvSpPr>
          <p:spPr>
            <a:xfrm>
              <a:off x="0" y="-47625"/>
              <a:ext cx="1174659" cy="182371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16">
            <a:extLst>
              <a:ext uri="{FF2B5EF4-FFF2-40B4-BE49-F238E27FC236}">
                <a16:creationId xmlns:a16="http://schemas.microsoft.com/office/drawing/2014/main" id="{CB1D349D-190B-5FC5-A817-BA6DB793C069}"/>
              </a:ext>
            </a:extLst>
          </p:cNvPr>
          <p:cNvGrpSpPr/>
          <p:nvPr/>
        </p:nvGrpSpPr>
        <p:grpSpPr>
          <a:xfrm>
            <a:off x="9400721" y="357617"/>
            <a:ext cx="7159518" cy="9268145"/>
            <a:chOff x="0" y="-47625"/>
            <a:chExt cx="1174659" cy="1823710"/>
          </a:xfrm>
        </p:grpSpPr>
        <p:sp>
          <p:nvSpPr>
            <p:cNvPr id="284" name="Google Shape;284;p16">
              <a:extLst>
                <a:ext uri="{FF2B5EF4-FFF2-40B4-BE49-F238E27FC236}">
                  <a16:creationId xmlns:a16="http://schemas.microsoft.com/office/drawing/2014/main" id="{1C1F96BB-91FF-6695-0B4A-91682D4F662E}"/>
                </a:ext>
              </a:extLst>
            </p:cNvPr>
            <p:cNvSpPr/>
            <p:nvPr/>
          </p:nvSpPr>
          <p:spPr>
            <a:xfrm>
              <a:off x="0" y="0"/>
              <a:ext cx="1174659" cy="1776085"/>
            </a:xfrm>
            <a:custGeom>
              <a:avLst/>
              <a:gdLst/>
              <a:ahLst/>
              <a:cxnLst/>
              <a:rect l="l" t="t" r="r" b="b"/>
              <a:pathLst>
                <a:path w="1174659" h="1776085" extrusionOk="0">
                  <a:moveTo>
                    <a:pt x="0" y="0"/>
                  </a:moveTo>
                  <a:lnTo>
                    <a:pt x="1174659" y="0"/>
                  </a:lnTo>
                  <a:lnTo>
                    <a:pt x="1174659" y="1776085"/>
                  </a:lnTo>
                  <a:lnTo>
                    <a:pt x="0" y="177608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285" name="Google Shape;285;p16">
              <a:extLst>
                <a:ext uri="{FF2B5EF4-FFF2-40B4-BE49-F238E27FC236}">
                  <a16:creationId xmlns:a16="http://schemas.microsoft.com/office/drawing/2014/main" id="{06024ED4-D55F-EBC6-3AD3-EA6ACB750C96}"/>
                </a:ext>
              </a:extLst>
            </p:cNvPr>
            <p:cNvSpPr txBox="1"/>
            <p:nvPr/>
          </p:nvSpPr>
          <p:spPr>
            <a:xfrm>
              <a:off x="0" y="-47625"/>
              <a:ext cx="1174659" cy="182371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16">
            <a:extLst>
              <a:ext uri="{FF2B5EF4-FFF2-40B4-BE49-F238E27FC236}">
                <a16:creationId xmlns:a16="http://schemas.microsoft.com/office/drawing/2014/main" id="{148C3C66-695A-CBCD-7578-8345D045C6FE}"/>
              </a:ext>
            </a:extLst>
          </p:cNvPr>
          <p:cNvGrpSpPr/>
          <p:nvPr/>
        </p:nvGrpSpPr>
        <p:grpSpPr>
          <a:xfrm>
            <a:off x="1095443" y="357618"/>
            <a:ext cx="7790689" cy="9268145"/>
            <a:chOff x="0" y="-47625"/>
            <a:chExt cx="1174659" cy="1823710"/>
          </a:xfrm>
        </p:grpSpPr>
        <p:sp>
          <p:nvSpPr>
            <p:cNvPr id="287" name="Google Shape;287;p16">
              <a:extLst>
                <a:ext uri="{FF2B5EF4-FFF2-40B4-BE49-F238E27FC236}">
                  <a16:creationId xmlns:a16="http://schemas.microsoft.com/office/drawing/2014/main" id="{53FF25E8-C1E0-EDB9-C276-8081161BCA39}"/>
                </a:ext>
              </a:extLst>
            </p:cNvPr>
            <p:cNvSpPr/>
            <p:nvPr/>
          </p:nvSpPr>
          <p:spPr>
            <a:xfrm>
              <a:off x="0" y="0"/>
              <a:ext cx="1174659" cy="1776085"/>
            </a:xfrm>
            <a:custGeom>
              <a:avLst/>
              <a:gdLst/>
              <a:ahLst/>
              <a:cxnLst/>
              <a:rect l="l" t="t" r="r" b="b"/>
              <a:pathLst>
                <a:path w="1174659" h="1776085" extrusionOk="0">
                  <a:moveTo>
                    <a:pt x="0" y="0"/>
                  </a:moveTo>
                  <a:lnTo>
                    <a:pt x="1174659" y="0"/>
                  </a:lnTo>
                  <a:lnTo>
                    <a:pt x="1174659" y="1776085"/>
                  </a:lnTo>
                  <a:lnTo>
                    <a:pt x="0" y="177608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288" name="Google Shape;288;p16">
              <a:extLst>
                <a:ext uri="{FF2B5EF4-FFF2-40B4-BE49-F238E27FC236}">
                  <a16:creationId xmlns:a16="http://schemas.microsoft.com/office/drawing/2014/main" id="{94E4C643-8570-6B6A-11D5-A33ABC5B0CEF}"/>
                </a:ext>
              </a:extLst>
            </p:cNvPr>
            <p:cNvSpPr txBox="1"/>
            <p:nvPr/>
          </p:nvSpPr>
          <p:spPr>
            <a:xfrm>
              <a:off x="0" y="-47625"/>
              <a:ext cx="1174659" cy="182371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16">
            <a:extLst>
              <a:ext uri="{FF2B5EF4-FFF2-40B4-BE49-F238E27FC236}">
                <a16:creationId xmlns:a16="http://schemas.microsoft.com/office/drawing/2014/main" id="{5EEA33F6-A1F9-C0B0-50B2-EA34B96F7F32}"/>
              </a:ext>
            </a:extLst>
          </p:cNvPr>
          <p:cNvGrpSpPr/>
          <p:nvPr/>
        </p:nvGrpSpPr>
        <p:grpSpPr>
          <a:xfrm>
            <a:off x="9524877" y="396725"/>
            <a:ext cx="7209245" cy="9532657"/>
            <a:chOff x="0" y="-47625"/>
            <a:chExt cx="1174659" cy="1823710"/>
          </a:xfrm>
        </p:grpSpPr>
        <p:sp>
          <p:nvSpPr>
            <p:cNvPr id="290" name="Google Shape;290;p16">
              <a:extLst>
                <a:ext uri="{FF2B5EF4-FFF2-40B4-BE49-F238E27FC236}">
                  <a16:creationId xmlns:a16="http://schemas.microsoft.com/office/drawing/2014/main" id="{C6C090A6-E6A4-E06A-B7F1-72F9F2927432}"/>
                </a:ext>
              </a:extLst>
            </p:cNvPr>
            <p:cNvSpPr/>
            <p:nvPr/>
          </p:nvSpPr>
          <p:spPr>
            <a:xfrm>
              <a:off x="0" y="0"/>
              <a:ext cx="1174659" cy="1776085"/>
            </a:xfrm>
            <a:custGeom>
              <a:avLst/>
              <a:gdLst/>
              <a:ahLst/>
              <a:cxnLst/>
              <a:rect l="l" t="t" r="r" b="b"/>
              <a:pathLst>
                <a:path w="1174659" h="1776085" extrusionOk="0">
                  <a:moveTo>
                    <a:pt x="0" y="0"/>
                  </a:moveTo>
                  <a:lnTo>
                    <a:pt x="1174659" y="0"/>
                  </a:lnTo>
                  <a:lnTo>
                    <a:pt x="1174659" y="1776085"/>
                  </a:lnTo>
                  <a:lnTo>
                    <a:pt x="0" y="177608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291" name="Google Shape;291;p16">
              <a:extLst>
                <a:ext uri="{FF2B5EF4-FFF2-40B4-BE49-F238E27FC236}">
                  <a16:creationId xmlns:a16="http://schemas.microsoft.com/office/drawing/2014/main" id="{11184E42-5D5F-F936-1C5B-6088047E4011}"/>
                </a:ext>
              </a:extLst>
            </p:cNvPr>
            <p:cNvSpPr txBox="1"/>
            <p:nvPr/>
          </p:nvSpPr>
          <p:spPr>
            <a:xfrm>
              <a:off x="0" y="-47625"/>
              <a:ext cx="1174659" cy="182371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8" name="Google Shape;298;p16">
            <a:extLst>
              <a:ext uri="{FF2B5EF4-FFF2-40B4-BE49-F238E27FC236}">
                <a16:creationId xmlns:a16="http://schemas.microsoft.com/office/drawing/2014/main" id="{41934F30-9F9B-0BEF-5F32-888FED343457}"/>
              </a:ext>
            </a:extLst>
          </p:cNvPr>
          <p:cNvSpPr txBox="1"/>
          <p:nvPr/>
        </p:nvSpPr>
        <p:spPr>
          <a:xfrm>
            <a:off x="3442850" y="1325588"/>
            <a:ext cx="3145138" cy="738664"/>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4000" dirty="0">
                <a:solidFill>
                  <a:srgbClr val="FFFFFF"/>
                </a:solidFill>
                <a:latin typeface="Teko"/>
                <a:cs typeface="Teko"/>
                <a:sym typeface="Teko"/>
              </a:rPr>
              <a:t>Script Explanation</a:t>
            </a:r>
            <a:endParaRPr sz="4000" dirty="0"/>
          </a:p>
        </p:txBody>
      </p:sp>
      <p:sp>
        <p:nvSpPr>
          <p:cNvPr id="300" name="Google Shape;300;p16">
            <a:extLst>
              <a:ext uri="{FF2B5EF4-FFF2-40B4-BE49-F238E27FC236}">
                <a16:creationId xmlns:a16="http://schemas.microsoft.com/office/drawing/2014/main" id="{32E01B69-4F9E-FB33-0FE6-815D81AF26E1}"/>
              </a:ext>
            </a:extLst>
          </p:cNvPr>
          <p:cNvSpPr txBox="1"/>
          <p:nvPr/>
        </p:nvSpPr>
        <p:spPr>
          <a:xfrm>
            <a:off x="1727760" y="2716839"/>
            <a:ext cx="6870549" cy="6760312"/>
          </a:xfrm>
          <a:prstGeom prst="rect">
            <a:avLst/>
          </a:prstGeom>
          <a:noFill/>
          <a:ln>
            <a:noFill/>
          </a:ln>
        </p:spPr>
        <p:txBody>
          <a:bodyPr spcFirstLastPara="1" wrap="square" lIns="0" tIns="0" rIns="0" bIns="0" anchor="t" anchorCtr="0">
            <a:spAutoFit/>
          </a:bodyPr>
          <a:lstStyle/>
          <a:p>
            <a:pPr lvl="0">
              <a:lnSpc>
                <a:spcPct val="115000"/>
              </a:lnSpc>
            </a:pPr>
            <a:r>
              <a:rPr lang="en-GB" sz="2200" dirty="0">
                <a:solidFill>
                  <a:srgbClr val="FFFFFF"/>
                </a:solidFill>
                <a:latin typeface="Montserrat"/>
                <a:ea typeface="Montserrat"/>
                <a:cs typeface="Montserrat"/>
                <a:sym typeface="Montserrat"/>
              </a:rPr>
              <a:t> </a:t>
            </a:r>
            <a:r>
              <a:rPr lang="en-GB" sz="2000" dirty="0">
                <a:solidFill>
                  <a:srgbClr val="FFFFFF"/>
                </a:solidFill>
                <a:latin typeface="Montserrat"/>
                <a:ea typeface="Montserrat"/>
                <a:cs typeface="Montserrat"/>
                <a:sym typeface="Montserrat"/>
              </a:rPr>
              <a:t>The code starts with importing all the modules Shodan, Json, subprocess, platform, socket, Ip addresses imported to allow the tool to interact with the respective process and Shodan for its API for performing reconnaissance tasks related to internet-connected devices and services. </a:t>
            </a:r>
          </a:p>
          <a:p>
            <a:pPr lvl="0">
              <a:lnSpc>
                <a:spcPct val="115000"/>
              </a:lnSpc>
            </a:pPr>
            <a:r>
              <a:rPr lang="en-GB" sz="2000" dirty="0" err="1">
                <a:solidFill>
                  <a:srgbClr val="FFFFFF"/>
                </a:solidFill>
                <a:latin typeface="Montserrat"/>
                <a:ea typeface="Montserrat"/>
                <a:cs typeface="Montserrat"/>
                <a:sym typeface="Montserrat"/>
              </a:rPr>
              <a:t>api</a:t>
            </a:r>
            <a:r>
              <a:rPr lang="en-GB" sz="2000" dirty="0">
                <a:solidFill>
                  <a:srgbClr val="FFFFFF"/>
                </a:solidFill>
                <a:latin typeface="Montserrat"/>
                <a:ea typeface="Montserrat"/>
                <a:cs typeface="Montserrat"/>
                <a:sym typeface="Montserrat"/>
              </a:rPr>
              <a:t> = Shodan("QRQtcHPjBjgRoOxxnyFbIHgnJYrWKoC9")  We will Replace with the  actual Shodan API key so that it works smoothly</a:t>
            </a:r>
          </a:p>
          <a:p>
            <a:pPr>
              <a:lnSpc>
                <a:spcPct val="115000"/>
              </a:lnSpc>
            </a:pPr>
            <a:r>
              <a:rPr lang="en-GB" sz="2000" dirty="0">
                <a:solidFill>
                  <a:srgbClr val="FFFFFF"/>
                </a:solidFill>
                <a:latin typeface="Montserrat"/>
                <a:ea typeface="Montserrat"/>
                <a:cs typeface="Montserrat"/>
                <a:sym typeface="Montserrat"/>
              </a:rPr>
              <a:t>It returns a dictionary containing the resolved IP addresses and the first IP address found, which can be used for further reconnaissance tasks. We try to resolve IPv4 and IPv6 addresses by parsing the target as an IP address. It report failure only if there is no resolution.</a:t>
            </a:r>
            <a:endParaRPr lang="en-GB" sz="2000" dirty="0"/>
          </a:p>
          <a:p>
            <a:pPr lvl="0">
              <a:lnSpc>
                <a:spcPct val="115000"/>
              </a:lnSpc>
            </a:pPr>
            <a:r>
              <a:rPr lang="en-GB" sz="2000" dirty="0">
                <a:solidFill>
                  <a:srgbClr val="FFFFFF"/>
                </a:solidFill>
                <a:latin typeface="Montserrat"/>
                <a:ea typeface="Montserrat"/>
                <a:cs typeface="Montserrat"/>
                <a:sym typeface="Montserrat"/>
              </a:rPr>
              <a:t>Also, we get the port number, transport protocol, product name, and version. Public key, Vulnerabilities</a:t>
            </a:r>
          </a:p>
          <a:p>
            <a:pPr lvl="0">
              <a:lnSpc>
                <a:spcPct val="115000"/>
              </a:lnSpc>
            </a:pPr>
            <a:endParaRPr lang="en-GB" sz="2000" dirty="0">
              <a:solidFill>
                <a:srgbClr val="FFFFFF"/>
              </a:solidFill>
              <a:latin typeface="Montserrat"/>
              <a:ea typeface="Montserrat"/>
              <a:cs typeface="Montserrat"/>
              <a:sym typeface="Montserrat"/>
            </a:endParaRPr>
          </a:p>
        </p:txBody>
      </p:sp>
      <p:sp>
        <p:nvSpPr>
          <p:cNvPr id="301" name="Google Shape;301;p16">
            <a:extLst>
              <a:ext uri="{FF2B5EF4-FFF2-40B4-BE49-F238E27FC236}">
                <a16:creationId xmlns:a16="http://schemas.microsoft.com/office/drawing/2014/main" id="{1B52CA82-52ED-DB06-AF03-A30DF982BFFA}"/>
              </a:ext>
            </a:extLst>
          </p:cNvPr>
          <p:cNvSpPr txBox="1"/>
          <p:nvPr/>
        </p:nvSpPr>
        <p:spPr>
          <a:xfrm>
            <a:off x="9780965" y="889739"/>
            <a:ext cx="6621219" cy="8494633"/>
          </a:xfrm>
          <a:prstGeom prst="rect">
            <a:avLst/>
          </a:prstGeom>
          <a:noFill/>
          <a:ln>
            <a:noFill/>
          </a:ln>
        </p:spPr>
        <p:txBody>
          <a:bodyPr spcFirstLastPara="1" wrap="square" lIns="0" tIns="0" rIns="0" bIns="0" anchor="t" anchorCtr="0">
            <a:spAutoFit/>
          </a:bodyPr>
          <a:lstStyle/>
          <a:p>
            <a:pPr>
              <a:lnSpc>
                <a:spcPct val="115000"/>
              </a:lnSpc>
            </a:pPr>
            <a:r>
              <a:rPr lang="en-GB" sz="2000" dirty="0">
                <a:solidFill>
                  <a:srgbClr val="FFFFFF"/>
                </a:solidFill>
                <a:latin typeface="Montserrat"/>
              </a:rPr>
              <a:t>The application is made to be both educational and easy to use, giving the user feedback and clear instructions all along the way.</a:t>
            </a:r>
          </a:p>
          <a:p>
            <a:pPr>
              <a:lnSpc>
                <a:spcPct val="115000"/>
              </a:lnSpc>
            </a:pPr>
            <a:r>
              <a:rPr lang="en-GB" sz="2000" dirty="0">
                <a:solidFill>
                  <a:srgbClr val="FFFFFF"/>
                </a:solidFill>
                <a:latin typeface="Montserrat"/>
              </a:rPr>
              <a:t>To do DNS reconnaissance for Windows, we use the NSLOOKUP command. To obtain several kinds of DNS information, including MX records, SOA records, AAAA records, A records, PTR records, NS records, and CNAME records, we run different NSLOOKUP commands. We give the user the option to use DIG or WHOIS for DNS reconnaissance on Linux. </a:t>
            </a:r>
          </a:p>
          <a:p>
            <a:pPr>
              <a:lnSpc>
                <a:spcPct val="115000"/>
              </a:lnSpc>
            </a:pPr>
            <a:r>
              <a:rPr lang="en-GB" sz="2000" dirty="0">
                <a:solidFill>
                  <a:srgbClr val="FFFFFF"/>
                </a:solidFill>
                <a:latin typeface="Montserrat"/>
              </a:rPr>
              <a:t>We run several network reconnaissance commands according to the user's operating system.</a:t>
            </a:r>
          </a:p>
          <a:p>
            <a:pPr>
              <a:lnSpc>
                <a:spcPct val="115000"/>
              </a:lnSpc>
            </a:pPr>
            <a:r>
              <a:rPr lang="en-GB" sz="2000" dirty="0">
                <a:solidFill>
                  <a:srgbClr val="FFFFFF"/>
                </a:solidFill>
                <a:latin typeface="Montserrat"/>
              </a:rPr>
              <a:t> To collect several kinds of network data for Windows, including IP configuration, active network connections, ARP table, routing table, network interfaces, IP address information, connectivity tests, and traceroutes, we use commands like IPCONFIG, NETSTAT, ARP, and NETSH.</a:t>
            </a:r>
          </a:p>
          <a:p>
            <a:pPr>
              <a:lnSpc>
                <a:spcPct val="115000"/>
              </a:lnSpc>
            </a:pPr>
            <a:r>
              <a:rPr lang="en-GB" sz="2000" dirty="0">
                <a:solidFill>
                  <a:srgbClr val="FFFFFF"/>
                </a:solidFill>
                <a:latin typeface="Montserrat"/>
              </a:rPr>
              <a:t> To collect comparable kinds of network data specific to the Linux operating system, we use tools like IFCONFIG, NETSTAT, ARP, ROUTE, and IP.</a:t>
            </a:r>
          </a:p>
          <a:p>
            <a:pPr>
              <a:lnSpc>
                <a:spcPct val="115000"/>
              </a:lnSpc>
            </a:pPr>
            <a:r>
              <a:rPr lang="en-GB" sz="2000" dirty="0">
                <a:solidFill>
                  <a:srgbClr val="FFFFFF"/>
                </a:solidFill>
                <a:latin typeface="Montserrat"/>
              </a:rPr>
              <a:t>THIS IS THE SCRIPT EXPLANATION</a:t>
            </a:r>
            <a:endParaRPr sz="2000" dirty="0">
              <a:solidFill>
                <a:srgbClr val="FFFFFF"/>
              </a:solidFill>
              <a:latin typeface="Montserrat"/>
            </a:endParaRPr>
          </a:p>
        </p:txBody>
      </p:sp>
      <p:pic>
        <p:nvPicPr>
          <p:cNvPr id="304" name="Google Shape;304;p16">
            <a:extLst>
              <a:ext uri="{FF2B5EF4-FFF2-40B4-BE49-F238E27FC236}">
                <a16:creationId xmlns:a16="http://schemas.microsoft.com/office/drawing/2014/main" id="{A75D8A85-424F-A8EA-E414-C1A891FFE067}"/>
              </a:ext>
            </a:extLst>
          </p:cNvPr>
          <p:cNvPicPr preferRelativeResize="0"/>
          <p:nvPr/>
        </p:nvPicPr>
        <p:blipFill>
          <a:blip r:embed="rId4">
            <a:alphaModFix/>
          </a:blip>
          <a:stretch>
            <a:fillRect/>
          </a:stretch>
        </p:blipFill>
        <p:spPr>
          <a:xfrm>
            <a:off x="-4443700" y="6413648"/>
            <a:ext cx="5540291" cy="2349022"/>
          </a:xfrm>
          <a:prstGeom prst="rect">
            <a:avLst/>
          </a:prstGeom>
          <a:noFill/>
          <a:ln>
            <a:noFill/>
          </a:ln>
        </p:spPr>
      </p:pic>
      <p:pic>
        <p:nvPicPr>
          <p:cNvPr id="305" name="Google Shape;305;p16">
            <a:extLst>
              <a:ext uri="{FF2B5EF4-FFF2-40B4-BE49-F238E27FC236}">
                <a16:creationId xmlns:a16="http://schemas.microsoft.com/office/drawing/2014/main" id="{AC4C71A2-C7BB-9C4D-5A4A-C705A82B35F9}"/>
              </a:ext>
            </a:extLst>
          </p:cNvPr>
          <p:cNvPicPr preferRelativeResize="0"/>
          <p:nvPr/>
        </p:nvPicPr>
        <p:blipFill>
          <a:blip r:embed="rId4">
            <a:alphaModFix/>
          </a:blip>
          <a:stretch>
            <a:fillRect/>
          </a:stretch>
        </p:blipFill>
        <p:spPr>
          <a:xfrm>
            <a:off x="16784133" y="889739"/>
            <a:ext cx="7209246" cy="2349025"/>
          </a:xfrm>
          <a:prstGeom prst="rect">
            <a:avLst/>
          </a:prstGeom>
          <a:noFill/>
          <a:ln>
            <a:noFill/>
          </a:ln>
        </p:spPr>
      </p:pic>
      <p:pic>
        <p:nvPicPr>
          <p:cNvPr id="307" name="Google Shape;307;p16">
            <a:extLst>
              <a:ext uri="{FF2B5EF4-FFF2-40B4-BE49-F238E27FC236}">
                <a16:creationId xmlns:a16="http://schemas.microsoft.com/office/drawing/2014/main" id="{ED541AA2-2736-38A8-5703-4CB46489E4F2}"/>
              </a:ext>
            </a:extLst>
          </p:cNvPr>
          <p:cNvPicPr preferRelativeResize="0"/>
          <p:nvPr/>
        </p:nvPicPr>
        <p:blipFill>
          <a:blip r:embed="rId5">
            <a:alphaModFix/>
          </a:blip>
          <a:stretch>
            <a:fillRect/>
          </a:stretch>
        </p:blipFill>
        <p:spPr>
          <a:xfrm>
            <a:off x="1709342" y="1170748"/>
            <a:ext cx="838675" cy="1048344"/>
          </a:xfrm>
          <a:prstGeom prst="rect">
            <a:avLst/>
          </a:prstGeom>
          <a:noFill/>
          <a:ln>
            <a:noFill/>
          </a:ln>
        </p:spPr>
      </p:pic>
      <p:sp>
        <p:nvSpPr>
          <p:cNvPr id="4" name="Rectangle 3">
            <a:extLst>
              <a:ext uri="{FF2B5EF4-FFF2-40B4-BE49-F238E27FC236}">
                <a16:creationId xmlns:a16="http://schemas.microsoft.com/office/drawing/2014/main" id="{5C725F68-358F-743B-181E-BE25934D4F2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We give the user the option to use DIG or WHOIS for DNS reconnaissance on Linux. While the WHOIS command is used to acquire registration information about the target domain, the DIG command is used to collect comprehensive DNS information.</a:t>
            </a:r>
          </a:p>
        </p:txBody>
      </p:sp>
    </p:spTree>
    <p:extLst>
      <p:ext uri="{BB962C8B-B14F-4D97-AF65-F5344CB8AC3E}">
        <p14:creationId xmlns:p14="http://schemas.microsoft.com/office/powerpoint/2010/main" val="531687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a:extLst>
            <a:ext uri="{FF2B5EF4-FFF2-40B4-BE49-F238E27FC236}">
              <a16:creationId xmlns:a16="http://schemas.microsoft.com/office/drawing/2014/main" id="{E0000E84-185D-2726-44FC-F838FA9C94A7}"/>
            </a:ext>
          </a:extLst>
        </p:cNvPr>
        <p:cNvGrpSpPr/>
        <p:nvPr/>
      </p:nvGrpSpPr>
      <p:grpSpPr>
        <a:xfrm>
          <a:off x="0" y="0"/>
          <a:ext cx="0" cy="0"/>
          <a:chOff x="0" y="0"/>
          <a:chExt cx="0" cy="0"/>
        </a:xfrm>
      </p:grpSpPr>
      <p:pic>
        <p:nvPicPr>
          <p:cNvPr id="278" name="Google Shape;278;p16">
            <a:extLst>
              <a:ext uri="{FF2B5EF4-FFF2-40B4-BE49-F238E27FC236}">
                <a16:creationId xmlns:a16="http://schemas.microsoft.com/office/drawing/2014/main" id="{C8760B7A-C00D-62C6-AC9F-D0E82CAAB778}"/>
              </a:ext>
            </a:extLst>
          </p:cNvPr>
          <p:cNvPicPr preferRelativeResize="0"/>
          <p:nvPr/>
        </p:nvPicPr>
        <p:blipFill>
          <a:blip r:embed="rId3">
            <a:alphaModFix/>
          </a:blip>
          <a:stretch>
            <a:fillRect/>
          </a:stretch>
        </p:blipFill>
        <p:spPr>
          <a:xfrm>
            <a:off x="-413475" y="-59125"/>
            <a:ext cx="19109043" cy="10636875"/>
          </a:xfrm>
          <a:prstGeom prst="rect">
            <a:avLst/>
          </a:prstGeom>
          <a:noFill/>
          <a:ln>
            <a:noFill/>
          </a:ln>
        </p:spPr>
      </p:pic>
      <p:grpSp>
        <p:nvGrpSpPr>
          <p:cNvPr id="280" name="Google Shape;280;p16">
            <a:extLst>
              <a:ext uri="{FF2B5EF4-FFF2-40B4-BE49-F238E27FC236}">
                <a16:creationId xmlns:a16="http://schemas.microsoft.com/office/drawing/2014/main" id="{81B6C2E1-0935-3892-EE4D-897CED098B9F}"/>
              </a:ext>
            </a:extLst>
          </p:cNvPr>
          <p:cNvGrpSpPr/>
          <p:nvPr/>
        </p:nvGrpSpPr>
        <p:grpSpPr>
          <a:xfrm>
            <a:off x="1306492" y="396725"/>
            <a:ext cx="7442353" cy="9532657"/>
            <a:chOff x="0" y="-47625"/>
            <a:chExt cx="1174659" cy="1823710"/>
          </a:xfrm>
        </p:grpSpPr>
        <p:sp>
          <p:nvSpPr>
            <p:cNvPr id="281" name="Google Shape;281;p16">
              <a:extLst>
                <a:ext uri="{FF2B5EF4-FFF2-40B4-BE49-F238E27FC236}">
                  <a16:creationId xmlns:a16="http://schemas.microsoft.com/office/drawing/2014/main" id="{2E9160BC-7176-789A-0BAC-00ABDCA4AC97}"/>
                </a:ext>
              </a:extLst>
            </p:cNvPr>
            <p:cNvSpPr/>
            <p:nvPr/>
          </p:nvSpPr>
          <p:spPr>
            <a:xfrm>
              <a:off x="0" y="0"/>
              <a:ext cx="1174659" cy="1776085"/>
            </a:xfrm>
            <a:custGeom>
              <a:avLst/>
              <a:gdLst/>
              <a:ahLst/>
              <a:cxnLst/>
              <a:rect l="l" t="t" r="r" b="b"/>
              <a:pathLst>
                <a:path w="1174659" h="1776085" extrusionOk="0">
                  <a:moveTo>
                    <a:pt x="0" y="0"/>
                  </a:moveTo>
                  <a:lnTo>
                    <a:pt x="1174659" y="0"/>
                  </a:lnTo>
                  <a:lnTo>
                    <a:pt x="1174659" y="1776085"/>
                  </a:lnTo>
                  <a:lnTo>
                    <a:pt x="0" y="177608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282" name="Google Shape;282;p16">
              <a:extLst>
                <a:ext uri="{FF2B5EF4-FFF2-40B4-BE49-F238E27FC236}">
                  <a16:creationId xmlns:a16="http://schemas.microsoft.com/office/drawing/2014/main" id="{1753CBDD-A853-4EC2-6151-CA66E3DC2D30}"/>
                </a:ext>
              </a:extLst>
            </p:cNvPr>
            <p:cNvSpPr txBox="1"/>
            <p:nvPr/>
          </p:nvSpPr>
          <p:spPr>
            <a:xfrm>
              <a:off x="0" y="-47625"/>
              <a:ext cx="1174659" cy="182371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16">
            <a:extLst>
              <a:ext uri="{FF2B5EF4-FFF2-40B4-BE49-F238E27FC236}">
                <a16:creationId xmlns:a16="http://schemas.microsoft.com/office/drawing/2014/main" id="{E6270C4B-D7BA-EAA3-0708-1CCE5E5CA8DC}"/>
              </a:ext>
            </a:extLst>
          </p:cNvPr>
          <p:cNvGrpSpPr/>
          <p:nvPr/>
        </p:nvGrpSpPr>
        <p:grpSpPr>
          <a:xfrm>
            <a:off x="9400721" y="357617"/>
            <a:ext cx="7159518" cy="9268145"/>
            <a:chOff x="0" y="-47625"/>
            <a:chExt cx="1174659" cy="1823710"/>
          </a:xfrm>
        </p:grpSpPr>
        <p:sp>
          <p:nvSpPr>
            <p:cNvPr id="284" name="Google Shape;284;p16">
              <a:extLst>
                <a:ext uri="{FF2B5EF4-FFF2-40B4-BE49-F238E27FC236}">
                  <a16:creationId xmlns:a16="http://schemas.microsoft.com/office/drawing/2014/main" id="{62A5C962-CDB5-7733-74F9-2330B37ECB2B}"/>
                </a:ext>
              </a:extLst>
            </p:cNvPr>
            <p:cNvSpPr/>
            <p:nvPr/>
          </p:nvSpPr>
          <p:spPr>
            <a:xfrm>
              <a:off x="0" y="0"/>
              <a:ext cx="1174659" cy="1776085"/>
            </a:xfrm>
            <a:custGeom>
              <a:avLst/>
              <a:gdLst/>
              <a:ahLst/>
              <a:cxnLst/>
              <a:rect l="l" t="t" r="r" b="b"/>
              <a:pathLst>
                <a:path w="1174659" h="1776085" extrusionOk="0">
                  <a:moveTo>
                    <a:pt x="0" y="0"/>
                  </a:moveTo>
                  <a:lnTo>
                    <a:pt x="1174659" y="0"/>
                  </a:lnTo>
                  <a:lnTo>
                    <a:pt x="1174659" y="1776085"/>
                  </a:lnTo>
                  <a:lnTo>
                    <a:pt x="0" y="177608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IN"/>
            </a:p>
          </p:txBody>
        </p:sp>
        <p:sp>
          <p:nvSpPr>
            <p:cNvPr id="285" name="Google Shape;285;p16">
              <a:extLst>
                <a:ext uri="{FF2B5EF4-FFF2-40B4-BE49-F238E27FC236}">
                  <a16:creationId xmlns:a16="http://schemas.microsoft.com/office/drawing/2014/main" id="{E94749D0-8598-D6BB-ED5A-46C1CF10BE02}"/>
                </a:ext>
              </a:extLst>
            </p:cNvPr>
            <p:cNvSpPr txBox="1"/>
            <p:nvPr/>
          </p:nvSpPr>
          <p:spPr>
            <a:xfrm>
              <a:off x="0" y="-47625"/>
              <a:ext cx="1174659" cy="182371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16">
            <a:extLst>
              <a:ext uri="{FF2B5EF4-FFF2-40B4-BE49-F238E27FC236}">
                <a16:creationId xmlns:a16="http://schemas.microsoft.com/office/drawing/2014/main" id="{02B2A1B6-ADEA-F6EE-0477-402DD3BBAEB7}"/>
              </a:ext>
            </a:extLst>
          </p:cNvPr>
          <p:cNvGrpSpPr/>
          <p:nvPr/>
        </p:nvGrpSpPr>
        <p:grpSpPr>
          <a:xfrm>
            <a:off x="1095443" y="357618"/>
            <a:ext cx="7790689" cy="9268145"/>
            <a:chOff x="0" y="-47625"/>
            <a:chExt cx="1174659" cy="1823710"/>
          </a:xfrm>
        </p:grpSpPr>
        <p:sp>
          <p:nvSpPr>
            <p:cNvPr id="287" name="Google Shape;287;p16">
              <a:extLst>
                <a:ext uri="{FF2B5EF4-FFF2-40B4-BE49-F238E27FC236}">
                  <a16:creationId xmlns:a16="http://schemas.microsoft.com/office/drawing/2014/main" id="{F757639F-958D-9252-DF88-0EEF6229C3ED}"/>
                </a:ext>
              </a:extLst>
            </p:cNvPr>
            <p:cNvSpPr/>
            <p:nvPr/>
          </p:nvSpPr>
          <p:spPr>
            <a:xfrm>
              <a:off x="0" y="0"/>
              <a:ext cx="1174659" cy="1776085"/>
            </a:xfrm>
            <a:custGeom>
              <a:avLst/>
              <a:gdLst/>
              <a:ahLst/>
              <a:cxnLst/>
              <a:rect l="l" t="t" r="r" b="b"/>
              <a:pathLst>
                <a:path w="1174659" h="1776085" extrusionOk="0">
                  <a:moveTo>
                    <a:pt x="0" y="0"/>
                  </a:moveTo>
                  <a:lnTo>
                    <a:pt x="1174659" y="0"/>
                  </a:lnTo>
                  <a:lnTo>
                    <a:pt x="1174659" y="1776085"/>
                  </a:lnTo>
                  <a:lnTo>
                    <a:pt x="0" y="177608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288" name="Google Shape;288;p16">
              <a:extLst>
                <a:ext uri="{FF2B5EF4-FFF2-40B4-BE49-F238E27FC236}">
                  <a16:creationId xmlns:a16="http://schemas.microsoft.com/office/drawing/2014/main" id="{30211AC7-B5CF-996C-D4D7-E99B719F7E4E}"/>
                </a:ext>
              </a:extLst>
            </p:cNvPr>
            <p:cNvSpPr txBox="1"/>
            <p:nvPr/>
          </p:nvSpPr>
          <p:spPr>
            <a:xfrm>
              <a:off x="0" y="-47625"/>
              <a:ext cx="1174659" cy="182371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16">
            <a:extLst>
              <a:ext uri="{FF2B5EF4-FFF2-40B4-BE49-F238E27FC236}">
                <a16:creationId xmlns:a16="http://schemas.microsoft.com/office/drawing/2014/main" id="{A3DD2B48-8D1C-CF63-9C68-F81E9744B822}"/>
              </a:ext>
            </a:extLst>
          </p:cNvPr>
          <p:cNvGrpSpPr/>
          <p:nvPr/>
        </p:nvGrpSpPr>
        <p:grpSpPr>
          <a:xfrm>
            <a:off x="9524877" y="396725"/>
            <a:ext cx="7209245" cy="9532657"/>
            <a:chOff x="0" y="-47625"/>
            <a:chExt cx="1174659" cy="1823710"/>
          </a:xfrm>
        </p:grpSpPr>
        <p:sp>
          <p:nvSpPr>
            <p:cNvPr id="290" name="Google Shape;290;p16">
              <a:extLst>
                <a:ext uri="{FF2B5EF4-FFF2-40B4-BE49-F238E27FC236}">
                  <a16:creationId xmlns:a16="http://schemas.microsoft.com/office/drawing/2014/main" id="{452F8CE5-1A1F-79FF-C8A1-B4DCC07B629A}"/>
                </a:ext>
              </a:extLst>
            </p:cNvPr>
            <p:cNvSpPr/>
            <p:nvPr/>
          </p:nvSpPr>
          <p:spPr>
            <a:xfrm>
              <a:off x="0" y="0"/>
              <a:ext cx="1174659" cy="1776085"/>
            </a:xfrm>
            <a:custGeom>
              <a:avLst/>
              <a:gdLst/>
              <a:ahLst/>
              <a:cxnLst/>
              <a:rect l="l" t="t" r="r" b="b"/>
              <a:pathLst>
                <a:path w="1174659" h="1776085" extrusionOk="0">
                  <a:moveTo>
                    <a:pt x="0" y="0"/>
                  </a:moveTo>
                  <a:lnTo>
                    <a:pt x="1174659" y="0"/>
                  </a:lnTo>
                  <a:lnTo>
                    <a:pt x="1174659" y="1776085"/>
                  </a:lnTo>
                  <a:lnTo>
                    <a:pt x="0" y="177608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IN"/>
            </a:p>
          </p:txBody>
        </p:sp>
        <p:sp>
          <p:nvSpPr>
            <p:cNvPr id="291" name="Google Shape;291;p16">
              <a:extLst>
                <a:ext uri="{FF2B5EF4-FFF2-40B4-BE49-F238E27FC236}">
                  <a16:creationId xmlns:a16="http://schemas.microsoft.com/office/drawing/2014/main" id="{51E0C3B1-CDB0-8842-B81C-B84B0DE6E239}"/>
                </a:ext>
              </a:extLst>
            </p:cNvPr>
            <p:cNvSpPr txBox="1"/>
            <p:nvPr/>
          </p:nvSpPr>
          <p:spPr>
            <a:xfrm>
              <a:off x="0" y="-47625"/>
              <a:ext cx="1174659" cy="182371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8" name="Google Shape;298;p16">
            <a:extLst>
              <a:ext uri="{FF2B5EF4-FFF2-40B4-BE49-F238E27FC236}">
                <a16:creationId xmlns:a16="http://schemas.microsoft.com/office/drawing/2014/main" id="{81A52298-414A-054F-6D03-5BC55610969B}"/>
              </a:ext>
            </a:extLst>
          </p:cNvPr>
          <p:cNvSpPr txBox="1"/>
          <p:nvPr/>
        </p:nvSpPr>
        <p:spPr>
          <a:xfrm>
            <a:off x="3442850" y="1325588"/>
            <a:ext cx="1527356" cy="812530"/>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4400" dirty="0">
                <a:solidFill>
                  <a:srgbClr val="FFFFFF"/>
                </a:solidFill>
                <a:latin typeface="Teko"/>
                <a:cs typeface="Teko"/>
                <a:sym typeface="Teko"/>
              </a:rPr>
              <a:t>Result</a:t>
            </a:r>
            <a:endParaRPr sz="4400" dirty="0"/>
          </a:p>
        </p:txBody>
      </p:sp>
      <p:sp>
        <p:nvSpPr>
          <p:cNvPr id="300" name="Google Shape;300;p16">
            <a:extLst>
              <a:ext uri="{FF2B5EF4-FFF2-40B4-BE49-F238E27FC236}">
                <a16:creationId xmlns:a16="http://schemas.microsoft.com/office/drawing/2014/main" id="{72C9B2A7-4C24-85DA-3A0B-B9E5958FE994}"/>
              </a:ext>
            </a:extLst>
          </p:cNvPr>
          <p:cNvSpPr txBox="1"/>
          <p:nvPr/>
        </p:nvSpPr>
        <p:spPr>
          <a:xfrm>
            <a:off x="1553878" y="2716839"/>
            <a:ext cx="7044431" cy="6760312"/>
          </a:xfrm>
          <a:prstGeom prst="rect">
            <a:avLst/>
          </a:prstGeom>
          <a:noFill/>
          <a:ln>
            <a:noFill/>
          </a:ln>
        </p:spPr>
        <p:txBody>
          <a:bodyPr spcFirstLastPara="1" wrap="square" lIns="0" tIns="0" rIns="0" bIns="0" anchor="t" anchorCtr="0">
            <a:spAutoFit/>
          </a:bodyPr>
          <a:lstStyle/>
          <a:p>
            <a:pPr lvl="0">
              <a:lnSpc>
                <a:spcPct val="115000"/>
              </a:lnSpc>
            </a:pPr>
            <a:r>
              <a:rPr lang="en-GB" sz="2200" dirty="0">
                <a:solidFill>
                  <a:srgbClr val="FFFFFF"/>
                </a:solidFill>
                <a:latin typeface="Montserrat"/>
                <a:ea typeface="Montserrat"/>
                <a:cs typeface="Montserrat"/>
                <a:sym typeface="Montserrat"/>
              </a:rPr>
              <a:t> </a:t>
            </a:r>
            <a:r>
              <a:rPr lang="en-GB" sz="2000" dirty="0">
                <a:solidFill>
                  <a:srgbClr val="FFFFFF"/>
                </a:solidFill>
                <a:latin typeface="Montserrat"/>
                <a:ea typeface="Montserrat"/>
                <a:cs typeface="Montserrat"/>
                <a:sym typeface="Montserrat"/>
              </a:rPr>
              <a:t>The information collection tool's main loop shows the user a menu and, depending on the user's selection, performs the appropriate activities.</a:t>
            </a:r>
          </a:p>
          <a:p>
            <a:pPr lvl="0">
              <a:lnSpc>
                <a:spcPct val="115000"/>
              </a:lnSpc>
            </a:pPr>
            <a:r>
              <a:rPr lang="en-GB" sz="2000" dirty="0">
                <a:solidFill>
                  <a:srgbClr val="FFFFFF"/>
                </a:solidFill>
                <a:latin typeface="Montserrat"/>
                <a:ea typeface="Montserrat"/>
                <a:cs typeface="Montserrat"/>
                <a:sym typeface="Montserrat"/>
              </a:rPr>
              <a:t>The user is prompted to select a menu item.</a:t>
            </a:r>
          </a:p>
          <a:p>
            <a:pPr lvl="0">
              <a:lnSpc>
                <a:spcPct val="115000"/>
              </a:lnSpc>
            </a:pPr>
            <a:r>
              <a:rPr lang="en-GB" sz="2000" dirty="0">
                <a:solidFill>
                  <a:srgbClr val="FFFFFF"/>
                </a:solidFill>
                <a:latin typeface="Montserrat"/>
                <a:ea typeface="Montserrat"/>
                <a:cs typeface="Montserrat"/>
                <a:sym typeface="Montserrat"/>
              </a:rPr>
              <a:t>We carry out the appropriate activities for network reconnaissance, Shodan hacking, or DNS reconnaissance based on the user's input.</a:t>
            </a:r>
          </a:p>
          <a:p>
            <a:pPr lvl="0">
              <a:lnSpc>
                <a:spcPct val="115000"/>
              </a:lnSpc>
            </a:pPr>
            <a:r>
              <a:rPr lang="en-GB" sz="2000" dirty="0">
                <a:solidFill>
                  <a:srgbClr val="FFFFFF"/>
                </a:solidFill>
                <a:latin typeface="Montserrat"/>
                <a:ea typeface="Montserrat"/>
                <a:cs typeface="Montserrat"/>
                <a:sym typeface="Montserrat"/>
              </a:rPr>
              <a:t>We politely end the program and wish the user a good day if they choose an item that isn't in the list.</a:t>
            </a:r>
          </a:p>
          <a:p>
            <a:pPr lvl="0">
              <a:lnSpc>
                <a:spcPct val="115000"/>
              </a:lnSpc>
            </a:pPr>
            <a:r>
              <a:rPr lang="en-GB" sz="2000" dirty="0">
                <a:solidFill>
                  <a:srgbClr val="FFFFFF"/>
                </a:solidFill>
                <a:latin typeface="Montserrat"/>
                <a:ea typeface="Montserrat"/>
                <a:cs typeface="Montserrat"/>
                <a:sym typeface="Montserrat"/>
              </a:rPr>
              <a:t>For DNS reconnaissance, we ask the user to enter their target. This makes it simple for the user to identify the destination they wish to obtain DNS information about,  Every command's output is recorded and presented to the user in a formatted way. To obtain several kinds of DNS information, including MX records, SOA records, AAAA records, A records, PTR records, NS records.</a:t>
            </a:r>
          </a:p>
          <a:p>
            <a:pPr lvl="0">
              <a:lnSpc>
                <a:spcPct val="115000"/>
              </a:lnSpc>
            </a:pPr>
            <a:r>
              <a:rPr lang="en-GB" sz="2000" dirty="0">
                <a:solidFill>
                  <a:srgbClr val="FFFFFF"/>
                </a:solidFill>
                <a:latin typeface="Montserrat"/>
                <a:ea typeface="Montserrat"/>
                <a:cs typeface="Montserrat"/>
                <a:sym typeface="Montserrat"/>
              </a:rPr>
              <a:t> We ask the user to enter a target if they choose option 2 for Shodan Hacking, and then we use the'resolve_all_ips' method to resolve all related IP</a:t>
            </a:r>
          </a:p>
        </p:txBody>
      </p:sp>
      <p:sp>
        <p:nvSpPr>
          <p:cNvPr id="301" name="Google Shape;301;p16">
            <a:extLst>
              <a:ext uri="{FF2B5EF4-FFF2-40B4-BE49-F238E27FC236}">
                <a16:creationId xmlns:a16="http://schemas.microsoft.com/office/drawing/2014/main" id="{00ABAE79-1CDE-8917-D1EE-C42E41A7C242}"/>
              </a:ext>
            </a:extLst>
          </p:cNvPr>
          <p:cNvSpPr txBox="1"/>
          <p:nvPr/>
        </p:nvSpPr>
        <p:spPr>
          <a:xfrm>
            <a:off x="9780965" y="889739"/>
            <a:ext cx="6621219" cy="8848576"/>
          </a:xfrm>
          <a:prstGeom prst="rect">
            <a:avLst/>
          </a:prstGeom>
          <a:noFill/>
          <a:ln>
            <a:noFill/>
          </a:ln>
        </p:spPr>
        <p:txBody>
          <a:bodyPr spcFirstLastPara="1" wrap="square" lIns="0" tIns="0" rIns="0" bIns="0" anchor="t" anchorCtr="0">
            <a:spAutoFit/>
          </a:bodyPr>
          <a:lstStyle/>
          <a:p>
            <a:pPr>
              <a:lnSpc>
                <a:spcPct val="115000"/>
              </a:lnSpc>
            </a:pPr>
            <a:r>
              <a:rPr lang="en-GB" sz="2000" dirty="0">
                <a:solidFill>
                  <a:srgbClr val="FFFFFF"/>
                </a:solidFill>
                <a:latin typeface="Montserrat"/>
                <a:ea typeface="Montserrat"/>
                <a:cs typeface="Montserrat"/>
                <a:sym typeface="Montserrat"/>
              </a:rPr>
              <a:t>addresses. Records, we run different NSLOOKUP commands. </a:t>
            </a:r>
          </a:p>
          <a:p>
            <a:pPr>
              <a:lnSpc>
                <a:spcPct val="115000"/>
              </a:lnSpc>
            </a:pPr>
            <a:r>
              <a:rPr lang="en-GB" sz="2000" dirty="0">
                <a:solidFill>
                  <a:srgbClr val="FFFFFF"/>
                </a:solidFill>
                <a:latin typeface="Montserrat"/>
              </a:rPr>
              <a:t>And use the Shodan API to show information about the target's IP address. This data enables additional investigation and possible exploitation by offering insightful knowledge about the target's network and security posture.</a:t>
            </a:r>
          </a:p>
          <a:p>
            <a:pPr>
              <a:lnSpc>
                <a:spcPct val="115000"/>
              </a:lnSpc>
            </a:pPr>
            <a:r>
              <a:rPr lang="en-GB" sz="2000" dirty="0">
                <a:solidFill>
                  <a:srgbClr val="FFFFFF"/>
                </a:solidFill>
                <a:latin typeface="Montserrat"/>
              </a:rPr>
              <a:t>When the user chooses option 3 for network reconnaissance, the result shows 1. Configuring the IP: `ipconfig /all` - Presents comprehensive details regarding the network interfaces and their setups. 2. Current Network Connections: All open network connections and listening ports are seen by running `netstat -an'. The Address Resolution Protocol (ARP) table, which converts IP addresses to MAC addresses, is displayed. 4. Routing Table: The network setup and routing table are shown by running Then some other details as well. We gracefully end the program and wish the user a good day if they choose an option that is not in the list (i.e., not 1, 2, or 3).</a:t>
            </a:r>
          </a:p>
          <a:p>
            <a:pPr>
              <a:lnSpc>
                <a:spcPct val="115000"/>
              </a:lnSpc>
            </a:pPr>
            <a:r>
              <a:rPr lang="en-GB" sz="2000" dirty="0">
                <a:solidFill>
                  <a:srgbClr val="FFFFFF"/>
                </a:solidFill>
                <a:latin typeface="Montserrat"/>
              </a:rPr>
              <a:t>This guarantees that the user understands the alternatives offered and motivates them to utilise the tool appropriately for the best outcomes.</a:t>
            </a:r>
          </a:p>
          <a:p>
            <a:pPr>
              <a:lnSpc>
                <a:spcPct val="115000"/>
              </a:lnSpc>
            </a:pPr>
            <a:endParaRPr sz="2000" dirty="0">
              <a:solidFill>
                <a:srgbClr val="FFFFFF"/>
              </a:solidFill>
              <a:latin typeface="Montserrat"/>
            </a:endParaRPr>
          </a:p>
        </p:txBody>
      </p:sp>
      <p:pic>
        <p:nvPicPr>
          <p:cNvPr id="304" name="Google Shape;304;p16">
            <a:extLst>
              <a:ext uri="{FF2B5EF4-FFF2-40B4-BE49-F238E27FC236}">
                <a16:creationId xmlns:a16="http://schemas.microsoft.com/office/drawing/2014/main" id="{167E9572-460F-FF6C-F143-BA57747928D8}"/>
              </a:ext>
            </a:extLst>
          </p:cNvPr>
          <p:cNvPicPr preferRelativeResize="0"/>
          <p:nvPr/>
        </p:nvPicPr>
        <p:blipFill>
          <a:blip r:embed="rId4">
            <a:alphaModFix/>
          </a:blip>
          <a:stretch>
            <a:fillRect/>
          </a:stretch>
        </p:blipFill>
        <p:spPr>
          <a:xfrm>
            <a:off x="-4443700" y="6413648"/>
            <a:ext cx="5540291" cy="2349022"/>
          </a:xfrm>
          <a:prstGeom prst="rect">
            <a:avLst/>
          </a:prstGeom>
          <a:noFill/>
          <a:ln>
            <a:noFill/>
          </a:ln>
        </p:spPr>
      </p:pic>
      <p:pic>
        <p:nvPicPr>
          <p:cNvPr id="305" name="Google Shape;305;p16">
            <a:extLst>
              <a:ext uri="{FF2B5EF4-FFF2-40B4-BE49-F238E27FC236}">
                <a16:creationId xmlns:a16="http://schemas.microsoft.com/office/drawing/2014/main" id="{C3404D7F-DDF9-B9A9-31CE-2DD5A46C88B8}"/>
              </a:ext>
            </a:extLst>
          </p:cNvPr>
          <p:cNvPicPr preferRelativeResize="0"/>
          <p:nvPr/>
        </p:nvPicPr>
        <p:blipFill>
          <a:blip r:embed="rId4">
            <a:alphaModFix/>
          </a:blip>
          <a:stretch>
            <a:fillRect/>
          </a:stretch>
        </p:blipFill>
        <p:spPr>
          <a:xfrm>
            <a:off x="16784133" y="889739"/>
            <a:ext cx="7209246" cy="2349025"/>
          </a:xfrm>
          <a:prstGeom prst="rect">
            <a:avLst/>
          </a:prstGeom>
          <a:noFill/>
          <a:ln>
            <a:noFill/>
          </a:ln>
        </p:spPr>
      </p:pic>
      <p:pic>
        <p:nvPicPr>
          <p:cNvPr id="307" name="Google Shape;307;p16">
            <a:extLst>
              <a:ext uri="{FF2B5EF4-FFF2-40B4-BE49-F238E27FC236}">
                <a16:creationId xmlns:a16="http://schemas.microsoft.com/office/drawing/2014/main" id="{11270429-952B-66DE-7C46-53E6CA4E9C83}"/>
              </a:ext>
            </a:extLst>
          </p:cNvPr>
          <p:cNvPicPr preferRelativeResize="0"/>
          <p:nvPr/>
        </p:nvPicPr>
        <p:blipFill>
          <a:blip r:embed="rId5">
            <a:alphaModFix/>
          </a:blip>
          <a:stretch>
            <a:fillRect/>
          </a:stretch>
        </p:blipFill>
        <p:spPr>
          <a:xfrm>
            <a:off x="1709342" y="1170748"/>
            <a:ext cx="838675" cy="1048344"/>
          </a:xfrm>
          <a:prstGeom prst="rect">
            <a:avLst/>
          </a:prstGeom>
          <a:noFill/>
          <a:ln>
            <a:noFill/>
          </a:ln>
        </p:spPr>
      </p:pic>
      <p:sp>
        <p:nvSpPr>
          <p:cNvPr id="4" name="Rectangle 3">
            <a:extLst>
              <a:ext uri="{FF2B5EF4-FFF2-40B4-BE49-F238E27FC236}">
                <a16:creationId xmlns:a16="http://schemas.microsoft.com/office/drawing/2014/main" id="{6E143D0F-0F36-0E9F-0F45-B191789ABEE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We give the user the option to use DIG or WHOIS for DNS reconnaissance on Linux. While the WHOIS command is used to acquire registration information about the target domain, the DIG command is used to collect comprehensive DNS information.</a:t>
            </a:r>
          </a:p>
        </p:txBody>
      </p:sp>
    </p:spTree>
    <p:extLst>
      <p:ext uri="{BB962C8B-B14F-4D97-AF65-F5344CB8AC3E}">
        <p14:creationId xmlns:p14="http://schemas.microsoft.com/office/powerpoint/2010/main" val="2791896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574"/>
        <p:cNvGrpSpPr/>
        <p:nvPr/>
      </p:nvGrpSpPr>
      <p:grpSpPr>
        <a:xfrm>
          <a:off x="0" y="0"/>
          <a:ext cx="0" cy="0"/>
          <a:chOff x="0" y="0"/>
          <a:chExt cx="0" cy="0"/>
        </a:xfrm>
      </p:grpSpPr>
      <p:pic>
        <p:nvPicPr>
          <p:cNvPr id="575" name="Google Shape;575;p23"/>
          <p:cNvPicPr preferRelativeResize="0"/>
          <p:nvPr/>
        </p:nvPicPr>
        <p:blipFill>
          <a:blip r:embed="rId3">
            <a:alphaModFix/>
          </a:blip>
          <a:stretch>
            <a:fillRect/>
          </a:stretch>
        </p:blipFill>
        <p:spPr>
          <a:xfrm>
            <a:off x="-699275" y="192825"/>
            <a:ext cx="18593976" cy="11085551"/>
          </a:xfrm>
          <a:prstGeom prst="rect">
            <a:avLst/>
          </a:prstGeom>
          <a:noFill/>
          <a:ln>
            <a:noFill/>
          </a:ln>
        </p:spPr>
      </p:pic>
      <p:pic>
        <p:nvPicPr>
          <p:cNvPr id="576" name="Google Shape;576;p23"/>
          <p:cNvPicPr preferRelativeResize="0"/>
          <p:nvPr/>
        </p:nvPicPr>
        <p:blipFill>
          <a:blip r:embed="rId4">
            <a:alphaModFix/>
          </a:blip>
          <a:stretch>
            <a:fillRect/>
          </a:stretch>
        </p:blipFill>
        <p:spPr>
          <a:xfrm>
            <a:off x="-1847326" y="2095449"/>
            <a:ext cx="5702800" cy="5702800"/>
          </a:xfrm>
          <a:prstGeom prst="rect">
            <a:avLst/>
          </a:prstGeom>
          <a:noFill/>
          <a:ln>
            <a:noFill/>
          </a:ln>
        </p:spPr>
      </p:pic>
      <p:sp>
        <p:nvSpPr>
          <p:cNvPr id="583" name="Google Shape;583;p23"/>
          <p:cNvSpPr txBox="1"/>
          <p:nvPr/>
        </p:nvSpPr>
        <p:spPr>
          <a:xfrm>
            <a:off x="9038586" y="987261"/>
            <a:ext cx="6057900" cy="2216376"/>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dirty="0">
                <a:solidFill>
                  <a:srgbClr val="FFFFFF"/>
                </a:solidFill>
                <a:latin typeface="Teko"/>
                <a:cs typeface="Teko"/>
                <a:sym typeface="Teko"/>
              </a:rPr>
              <a:t>CONCLUSION</a:t>
            </a:r>
            <a:endParaRPr dirty="0"/>
          </a:p>
        </p:txBody>
      </p:sp>
      <p:sp>
        <p:nvSpPr>
          <p:cNvPr id="584" name="Google Shape;584;p23"/>
          <p:cNvSpPr/>
          <p:nvPr/>
        </p:nvSpPr>
        <p:spPr>
          <a:xfrm>
            <a:off x="6063433" y="415715"/>
            <a:ext cx="1469549" cy="1472226"/>
          </a:xfrm>
          <a:custGeom>
            <a:avLst/>
            <a:gdLst/>
            <a:ahLst/>
            <a:cxnLst/>
            <a:rect l="l" t="t" r="r" b="b"/>
            <a:pathLst>
              <a:path w="1469549" h="1472226" extrusionOk="0">
                <a:moveTo>
                  <a:pt x="0" y="0"/>
                </a:moveTo>
                <a:lnTo>
                  <a:pt x="1469549" y="0"/>
                </a:lnTo>
                <a:lnTo>
                  <a:pt x="1469549" y="1472226"/>
                </a:lnTo>
                <a:lnTo>
                  <a:pt x="0" y="1472226"/>
                </a:lnTo>
                <a:lnTo>
                  <a:pt x="0" y="0"/>
                </a:lnTo>
                <a:close/>
              </a:path>
            </a:pathLst>
          </a:custGeom>
          <a:blipFill rotWithShape="1">
            <a:blip r:embed="rId5">
              <a:alphaModFix/>
            </a:blip>
            <a:stretch>
              <a:fillRect/>
            </a:stretch>
          </a:blipFill>
          <a:ln>
            <a:noFill/>
          </a:ln>
        </p:spPr>
        <p:txBody>
          <a:bodyPr/>
          <a:lstStyle/>
          <a:p>
            <a:endParaRPr lang="en-IN"/>
          </a:p>
        </p:txBody>
      </p:sp>
      <p:sp>
        <p:nvSpPr>
          <p:cNvPr id="585" name="Google Shape;585;p23"/>
          <p:cNvSpPr txBox="1"/>
          <p:nvPr/>
        </p:nvSpPr>
        <p:spPr>
          <a:xfrm>
            <a:off x="9143999" y="3568755"/>
            <a:ext cx="8329613" cy="4282711"/>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2200" dirty="0">
                <a:solidFill>
                  <a:srgbClr val="FFFFFF"/>
                </a:solidFill>
                <a:latin typeface="Montserrat"/>
                <a:sym typeface="Montserrat"/>
              </a:rPr>
              <a:t>To sum up, the script is designed to collect information and provides the user with three ways to access the targeted systems or network: network reconnaissance, Shodan hacking, and DNS reconnaissance.</a:t>
            </a:r>
          </a:p>
          <a:p>
            <a:pPr marL="0" marR="0" lvl="0" indent="0" algn="l" rtl="0">
              <a:lnSpc>
                <a:spcPct val="115000"/>
              </a:lnSpc>
              <a:spcBef>
                <a:spcPts val="0"/>
              </a:spcBef>
              <a:spcAft>
                <a:spcPts val="0"/>
              </a:spcAft>
              <a:buNone/>
            </a:pPr>
            <a:r>
              <a:rPr lang="en-GB" sz="2200" dirty="0">
                <a:solidFill>
                  <a:srgbClr val="FFFFFF"/>
                </a:solidFill>
                <a:latin typeface="Montserrat"/>
                <a:sym typeface="Montserrat"/>
              </a:rPr>
              <a:t>This is just one aspect of information collection; there are several tools and methods available to obtain comprehensive data about the subject. Other choices can be added to the script, and it will need to be changed in the future to collect more detailed information.</a:t>
            </a:r>
          </a:p>
          <a:p>
            <a:pPr marL="0" marR="0" lvl="0" indent="0" algn="l" rtl="0">
              <a:lnSpc>
                <a:spcPct val="115000"/>
              </a:lnSpc>
              <a:spcBef>
                <a:spcPts val="0"/>
              </a:spcBef>
              <a:spcAft>
                <a:spcPts val="0"/>
              </a:spcAft>
              <a:buNone/>
            </a:pPr>
            <a:r>
              <a:rPr lang="en-GB" sz="2200" dirty="0">
                <a:solidFill>
                  <a:srgbClr val="FFFFFF"/>
                </a:solidFill>
                <a:latin typeface="Montserrat"/>
                <a:sym typeface="Montserrat"/>
              </a:rPr>
              <a:t>Thus, this is only the beginning of information gathering ethical hacking; more can be added.</a:t>
            </a:r>
            <a:endParaRPr dirty="0"/>
          </a:p>
        </p:txBody>
      </p:sp>
      <p:pic>
        <p:nvPicPr>
          <p:cNvPr id="586" name="Google Shape;586;p23"/>
          <p:cNvPicPr preferRelativeResize="0"/>
          <p:nvPr/>
        </p:nvPicPr>
        <p:blipFill>
          <a:blip r:embed="rId6">
            <a:alphaModFix/>
          </a:blip>
          <a:stretch>
            <a:fillRect/>
          </a:stretch>
        </p:blipFill>
        <p:spPr>
          <a:xfrm>
            <a:off x="1720596" y="2098486"/>
            <a:ext cx="5702801" cy="56967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706"/>
        <p:cNvGrpSpPr/>
        <p:nvPr/>
      </p:nvGrpSpPr>
      <p:grpSpPr>
        <a:xfrm>
          <a:off x="0" y="0"/>
          <a:ext cx="0" cy="0"/>
          <a:chOff x="0" y="0"/>
          <a:chExt cx="0" cy="0"/>
        </a:xfrm>
      </p:grpSpPr>
      <p:pic>
        <p:nvPicPr>
          <p:cNvPr id="707" name="Google Shape;707;p29"/>
          <p:cNvPicPr preferRelativeResize="0"/>
          <p:nvPr/>
        </p:nvPicPr>
        <p:blipFill>
          <a:blip r:embed="rId3">
            <a:alphaModFix/>
          </a:blip>
          <a:stretch>
            <a:fillRect/>
          </a:stretch>
        </p:blipFill>
        <p:spPr>
          <a:xfrm>
            <a:off x="-2546240" y="343412"/>
            <a:ext cx="20566016" cy="9600176"/>
          </a:xfrm>
          <a:prstGeom prst="rect">
            <a:avLst/>
          </a:prstGeom>
          <a:noFill/>
          <a:ln>
            <a:noFill/>
          </a:ln>
        </p:spPr>
      </p:pic>
      <p:sp>
        <p:nvSpPr>
          <p:cNvPr id="709" name="Google Shape;709;p29"/>
          <p:cNvSpPr txBox="1"/>
          <p:nvPr/>
        </p:nvSpPr>
        <p:spPr>
          <a:xfrm>
            <a:off x="1238300" y="343412"/>
            <a:ext cx="7905700" cy="2216376"/>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b="0" i="0" u="none" strike="noStrike" cap="none" dirty="0">
                <a:solidFill>
                  <a:srgbClr val="FFFFFF"/>
                </a:solidFill>
                <a:latin typeface="Teko"/>
                <a:ea typeface="Teko"/>
                <a:cs typeface="Teko"/>
                <a:sym typeface="Teko"/>
              </a:rPr>
              <a:t>REFERENCES</a:t>
            </a:r>
            <a:endParaRPr dirty="0"/>
          </a:p>
        </p:txBody>
      </p:sp>
      <p:sp>
        <p:nvSpPr>
          <p:cNvPr id="711" name="Google Shape;711;p29"/>
          <p:cNvSpPr txBox="1"/>
          <p:nvPr/>
        </p:nvSpPr>
        <p:spPr>
          <a:xfrm>
            <a:off x="268224" y="2118561"/>
            <a:ext cx="17872786" cy="7001340"/>
          </a:xfrm>
          <a:prstGeom prst="rect">
            <a:avLst/>
          </a:prstGeom>
          <a:noFill/>
          <a:ln>
            <a:noFill/>
          </a:ln>
        </p:spPr>
        <p:txBody>
          <a:bodyPr spcFirstLastPara="1" wrap="square" lIns="0" tIns="0" rIns="0" bIns="0" anchor="t" anchorCtr="0">
            <a:spAutoFit/>
          </a:bodyPr>
          <a:lstStyle/>
          <a:p>
            <a:pPr marL="0" marR="0" lvl="0" indent="0" rtl="0">
              <a:lnSpc>
                <a:spcPct val="115000"/>
              </a:lnSpc>
              <a:spcBef>
                <a:spcPts val="0"/>
              </a:spcBef>
              <a:spcAft>
                <a:spcPts val="0"/>
              </a:spcAft>
              <a:buNone/>
            </a:pPr>
            <a:r>
              <a:rPr lang="en-US" sz="2327" b="0" i="0" u="none" strike="noStrike" cap="none" dirty="0">
                <a:solidFill>
                  <a:srgbClr val="FFFFFF"/>
                </a:solidFill>
                <a:latin typeface="Montserrat"/>
                <a:ea typeface="Montserrat"/>
                <a:cs typeface="Montserrat"/>
                <a:sym typeface="Montserrat"/>
              </a:rPr>
              <a:t>Socket - low-level networking interface (2025) Python documentation. Available at: https://docs.python.org/3.11/library/socket.html?utm_source=chatgpt.com  (Accessed: 10 February 2026). </a:t>
            </a:r>
          </a:p>
          <a:p>
            <a:pPr marL="0" marR="0" lvl="0" indent="0" rtl="0">
              <a:lnSpc>
                <a:spcPct val="115000"/>
              </a:lnSpc>
              <a:spcBef>
                <a:spcPts val="0"/>
              </a:spcBef>
              <a:spcAft>
                <a:spcPts val="0"/>
              </a:spcAft>
              <a:buNone/>
            </a:pPr>
            <a:r>
              <a:rPr lang="en-US" sz="2327" b="0" i="0" u="none" strike="noStrike" cap="none" dirty="0">
                <a:solidFill>
                  <a:srgbClr val="FFFFFF"/>
                </a:solidFill>
                <a:latin typeface="Montserrat"/>
                <a:ea typeface="Montserrat"/>
                <a:cs typeface="Montserrat"/>
                <a:sym typeface="Montserrat"/>
              </a:rPr>
              <a:t>socket — Low-level networking interface - Python 3.7.3 Documentation (2025). https://documentation.help/python-3-7-3/socket.html? </a:t>
            </a:r>
          </a:p>
          <a:p>
            <a:pPr marL="0" marR="0" lvl="0" indent="0" rtl="0">
              <a:lnSpc>
                <a:spcPct val="115000"/>
              </a:lnSpc>
              <a:spcBef>
                <a:spcPts val="0"/>
              </a:spcBef>
              <a:spcAft>
                <a:spcPts val="0"/>
              </a:spcAft>
              <a:buNone/>
            </a:pPr>
            <a:r>
              <a:rPr lang="en-US" sz="2327" b="0" i="0" u="none" strike="noStrike" cap="none" dirty="0" err="1">
                <a:solidFill>
                  <a:srgbClr val="FFFFFF"/>
                </a:solidFill>
                <a:latin typeface="Montserrat"/>
                <a:ea typeface="Montserrat"/>
                <a:cs typeface="Montserrat"/>
                <a:sym typeface="Montserrat"/>
              </a:rPr>
              <a:t>GeeksforGeeks</a:t>
            </a:r>
            <a:r>
              <a:rPr lang="en-US" sz="2327" b="0" i="0" u="none" strike="noStrike" cap="none" dirty="0">
                <a:solidFill>
                  <a:srgbClr val="FFFFFF"/>
                </a:solidFill>
                <a:latin typeface="Montserrat"/>
                <a:ea typeface="Montserrat"/>
                <a:cs typeface="Montserrat"/>
                <a:sym typeface="Montserrat"/>
              </a:rPr>
              <a:t> (2024) Network programming in python - DNS look-up, </a:t>
            </a:r>
            <a:r>
              <a:rPr lang="en-US" sz="2327" b="0" i="0" u="none" strike="noStrike" cap="none" dirty="0" err="1">
                <a:solidFill>
                  <a:srgbClr val="FFFFFF"/>
                </a:solidFill>
                <a:latin typeface="Montserrat"/>
                <a:ea typeface="Montserrat"/>
                <a:cs typeface="Montserrat"/>
                <a:sym typeface="Montserrat"/>
              </a:rPr>
              <a:t>GeeksforGeeks</a:t>
            </a:r>
            <a:r>
              <a:rPr lang="en-US" sz="2327" b="0" i="0" u="none" strike="noStrike" cap="none" dirty="0">
                <a:solidFill>
                  <a:srgbClr val="FFFFFF"/>
                </a:solidFill>
                <a:latin typeface="Montserrat"/>
                <a:ea typeface="Montserrat"/>
                <a:cs typeface="Montserrat"/>
                <a:sym typeface="Montserrat"/>
              </a:rPr>
              <a:t>. Available at: https://www.geeksforgeeks.org/python/network-programming-in-python-dns-look-up/  (Accessed: 10 February 2026).</a:t>
            </a:r>
          </a:p>
          <a:p>
            <a:pPr marL="0" marR="0" lvl="0" indent="0" rtl="0">
              <a:lnSpc>
                <a:spcPct val="115000"/>
              </a:lnSpc>
              <a:spcBef>
                <a:spcPts val="0"/>
              </a:spcBef>
              <a:spcAft>
                <a:spcPts val="0"/>
              </a:spcAft>
              <a:buNone/>
            </a:pPr>
            <a:r>
              <a:rPr lang="en-US" sz="2327" b="0" i="0" u="none" strike="noStrike" cap="none" dirty="0">
                <a:solidFill>
                  <a:srgbClr val="FFFFFF"/>
                </a:solidFill>
                <a:latin typeface="Montserrat"/>
                <a:ea typeface="Montserrat"/>
                <a:cs typeface="Montserrat"/>
                <a:sym typeface="Montserrat"/>
              </a:rPr>
              <a:t>From hostname to socket: Using and fixing python’s </a:t>
            </a:r>
            <a:r>
              <a:rPr lang="en-US" sz="2327" b="0" i="0" u="none" strike="noStrike" cap="none" dirty="0" err="1">
                <a:solidFill>
                  <a:srgbClr val="FFFFFF"/>
                </a:solidFill>
                <a:latin typeface="Montserrat"/>
                <a:ea typeface="Montserrat"/>
                <a:cs typeface="Montserrat"/>
                <a:sym typeface="Montserrat"/>
              </a:rPr>
              <a:t>getaddrinfo</a:t>
            </a:r>
            <a:r>
              <a:rPr lang="en-US" sz="2327" b="0" i="0" u="none" strike="noStrike" cap="none" dirty="0">
                <a:solidFill>
                  <a:srgbClr val="FFFFFF"/>
                </a:solidFill>
                <a:latin typeface="Montserrat"/>
                <a:ea typeface="Montserrat"/>
                <a:cs typeface="Montserrat"/>
                <a:sym typeface="Montserrat"/>
              </a:rPr>
              <a:t>() (2025) </a:t>
            </a:r>
            <a:r>
              <a:rPr lang="en-US" sz="2327" b="0" i="0" u="none" strike="noStrike" cap="none" dirty="0" err="1">
                <a:solidFill>
                  <a:srgbClr val="FFFFFF"/>
                </a:solidFill>
                <a:latin typeface="Montserrat"/>
                <a:ea typeface="Montserrat"/>
                <a:cs typeface="Montserrat"/>
                <a:sym typeface="Montserrat"/>
              </a:rPr>
              <a:t>runebook.dev</a:t>
            </a:r>
            <a:r>
              <a:rPr lang="en-US" sz="2327" b="0" i="0" u="none" strike="noStrike" cap="none" dirty="0">
                <a:solidFill>
                  <a:srgbClr val="FFFFFF"/>
                </a:solidFill>
                <a:latin typeface="Montserrat"/>
                <a:ea typeface="Montserrat"/>
                <a:cs typeface="Montserrat"/>
                <a:sym typeface="Montserrat"/>
              </a:rPr>
              <a:t>. Available at: https://runebook.dev/en/docs/python/library/socket/socket.getaddrinfo?utm_ (Accessed: 10 February 2026).</a:t>
            </a:r>
          </a:p>
          <a:p>
            <a:pPr marL="0" marR="0" lvl="0" indent="0" rtl="0">
              <a:lnSpc>
                <a:spcPct val="115000"/>
              </a:lnSpc>
              <a:spcBef>
                <a:spcPts val="0"/>
              </a:spcBef>
              <a:spcAft>
                <a:spcPts val="0"/>
              </a:spcAft>
              <a:buNone/>
            </a:pPr>
            <a:r>
              <a:rPr lang="en-US" sz="2327" b="0" i="0" u="none" strike="noStrike" cap="none" dirty="0">
                <a:solidFill>
                  <a:srgbClr val="FFFFFF"/>
                </a:solidFill>
                <a:latin typeface="Montserrat"/>
                <a:ea typeface="Montserrat"/>
                <a:cs typeface="Montserrat"/>
                <a:sym typeface="Montserrat"/>
              </a:rPr>
              <a:t>An introduction to the </a:t>
            </a:r>
            <a:r>
              <a:rPr lang="en-US" sz="2327" b="0" i="0" u="none" strike="noStrike" cap="none" dirty="0" err="1">
                <a:solidFill>
                  <a:srgbClr val="FFFFFF"/>
                </a:solidFill>
                <a:latin typeface="Montserrat"/>
                <a:ea typeface="Montserrat"/>
                <a:cs typeface="Montserrat"/>
                <a:sym typeface="Montserrat"/>
              </a:rPr>
              <a:t>ipaddress</a:t>
            </a:r>
            <a:r>
              <a:rPr lang="en-US" sz="2327" b="0" i="0" u="none" strike="noStrike" cap="none" dirty="0">
                <a:solidFill>
                  <a:srgbClr val="FFFFFF"/>
                </a:solidFill>
                <a:latin typeface="Montserrat"/>
                <a:ea typeface="Montserrat"/>
                <a:cs typeface="Montserrat"/>
                <a:sym typeface="Montserrat"/>
              </a:rPr>
              <a:t> module (2025). https://docs.python.org/3.11/howto/ipaddress.html?utm</a:t>
            </a:r>
          </a:p>
          <a:p>
            <a:pPr marL="0" marR="0" lvl="0" indent="0" rtl="0">
              <a:lnSpc>
                <a:spcPct val="115000"/>
              </a:lnSpc>
              <a:spcBef>
                <a:spcPts val="0"/>
              </a:spcBef>
              <a:spcAft>
                <a:spcPts val="0"/>
              </a:spcAft>
              <a:buNone/>
            </a:pPr>
            <a:r>
              <a:rPr lang="en-US" sz="2327" b="0" i="0" u="none" strike="noStrike" cap="none" dirty="0" err="1">
                <a:solidFill>
                  <a:srgbClr val="FFFFFF"/>
                </a:solidFill>
                <a:latin typeface="Montserrat"/>
                <a:ea typeface="Montserrat"/>
                <a:cs typeface="Montserrat"/>
                <a:sym typeface="Montserrat"/>
              </a:rPr>
              <a:t>GetNameInfo</a:t>
            </a:r>
            <a:r>
              <a:rPr lang="en-US" sz="2327" b="0" i="0" u="none" strike="noStrike" cap="none" dirty="0">
                <a:solidFill>
                  <a:srgbClr val="FFFFFF"/>
                </a:solidFill>
                <a:latin typeface="Montserrat"/>
                <a:ea typeface="Montserrat"/>
                <a:cs typeface="Montserrat"/>
                <a:sym typeface="Montserrat"/>
              </a:rPr>
              <a:t>() in Python | pythontic.com (2025). https://pythontic.com/modules/socket/getnameinfo.</a:t>
            </a:r>
          </a:p>
          <a:p>
            <a:pPr marL="0" marR="0" lvl="0" indent="0" rtl="0">
              <a:lnSpc>
                <a:spcPct val="115000"/>
              </a:lnSpc>
              <a:spcBef>
                <a:spcPts val="0"/>
              </a:spcBef>
              <a:spcAft>
                <a:spcPts val="0"/>
              </a:spcAft>
              <a:buNone/>
            </a:pPr>
            <a:r>
              <a:rPr lang="en-US" sz="2327" b="0" i="0" u="none" strike="noStrike" cap="none" dirty="0" err="1">
                <a:solidFill>
                  <a:srgbClr val="FFFFFF"/>
                </a:solidFill>
                <a:latin typeface="Montserrat"/>
                <a:ea typeface="Montserrat"/>
                <a:cs typeface="Montserrat"/>
                <a:sym typeface="Montserrat"/>
              </a:rPr>
              <a:t>gethostbyaddr</a:t>
            </a:r>
            <a:r>
              <a:rPr lang="en-US" sz="2327" b="0" i="0" u="none" strike="noStrike" cap="none" dirty="0">
                <a:solidFill>
                  <a:srgbClr val="FFFFFF"/>
                </a:solidFill>
                <a:latin typeface="Montserrat"/>
                <a:ea typeface="Montserrat"/>
                <a:cs typeface="Montserrat"/>
                <a:sym typeface="Montserrat"/>
              </a:rPr>
              <a:t>() function in Python | Pythontic.com (2026). https://pythontic.com/modules/socket/gethostbyaddr  (Accessed: February 10, 2026).</a:t>
            </a:r>
          </a:p>
          <a:p>
            <a:pPr marL="0" marR="0" lvl="0" indent="0" rtl="0">
              <a:lnSpc>
                <a:spcPct val="115000"/>
              </a:lnSpc>
              <a:spcBef>
                <a:spcPts val="0"/>
              </a:spcBef>
              <a:spcAft>
                <a:spcPts val="0"/>
              </a:spcAft>
              <a:buNone/>
            </a:pPr>
            <a:r>
              <a:rPr lang="en-US" sz="2327" b="0" i="0" u="none" strike="noStrike" cap="none" dirty="0" err="1">
                <a:solidFill>
                  <a:srgbClr val="FFFFFF"/>
                </a:solidFill>
                <a:latin typeface="Montserrat"/>
                <a:ea typeface="Montserrat"/>
                <a:cs typeface="Montserrat"/>
                <a:sym typeface="Montserrat"/>
              </a:rPr>
              <a:t>getaddrinfo</a:t>
            </a:r>
            <a:r>
              <a:rPr lang="en-US" sz="2327" b="0" i="0" u="none" strike="noStrike" cap="none" dirty="0">
                <a:solidFill>
                  <a:srgbClr val="FFFFFF"/>
                </a:solidFill>
                <a:latin typeface="Montserrat"/>
                <a:ea typeface="Montserrat"/>
                <a:cs typeface="Montserrat"/>
                <a:sym typeface="Montserrat"/>
              </a:rPr>
              <a:t>() function in Python | Pythontic.com (2026). https://pythontic.com/modules/socket/getaddrinfo?utm  (Accessed: February 10, 2026).</a:t>
            </a:r>
          </a:p>
          <a:p>
            <a:pPr marL="0" marR="0" lvl="0" indent="0" rtl="0">
              <a:lnSpc>
                <a:spcPct val="115000"/>
              </a:lnSpc>
              <a:spcBef>
                <a:spcPts val="0"/>
              </a:spcBef>
              <a:spcAft>
                <a:spcPts val="0"/>
              </a:spcAft>
              <a:buNone/>
            </a:pPr>
            <a:r>
              <a:rPr lang="en-US" sz="2327" b="0" i="0" u="none" strike="noStrike" cap="none" dirty="0">
                <a:solidFill>
                  <a:srgbClr val="FFFFFF"/>
                </a:solidFill>
                <a:latin typeface="Montserrat"/>
                <a:ea typeface="Montserrat"/>
                <a:cs typeface="Montserrat"/>
                <a:sym typeface="Montserrat"/>
              </a:rPr>
              <a:t>Just a moment... [Online]. Available at: https://medium.com/pythoneers/mastering-pythons-magic-methods-build-a-shodan-search-tool-d153a045745f  (Accessed: 10 February 2026).</a:t>
            </a:r>
          </a:p>
          <a:p>
            <a:pPr marL="0" marR="0" lvl="0" indent="0" rtl="0">
              <a:lnSpc>
                <a:spcPct val="115000"/>
              </a:lnSpc>
              <a:spcBef>
                <a:spcPts val="0"/>
              </a:spcBef>
              <a:spcAft>
                <a:spcPts val="0"/>
              </a:spcAft>
              <a:buNone/>
            </a:pPr>
            <a:r>
              <a:rPr lang="en-US" sz="2327" b="0" i="0" u="none" strike="noStrike" cap="none" dirty="0">
                <a:solidFill>
                  <a:srgbClr val="FFFFFF"/>
                </a:solidFill>
                <a:latin typeface="Montserrat"/>
                <a:ea typeface="Montserrat"/>
                <a:cs typeface="Montserrat"/>
                <a:sym typeface="Montserrat"/>
              </a:rPr>
              <a: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716"/>
        <p:cNvGrpSpPr/>
        <p:nvPr/>
      </p:nvGrpSpPr>
      <p:grpSpPr>
        <a:xfrm>
          <a:off x="0" y="0"/>
          <a:ext cx="0" cy="0"/>
          <a:chOff x="0" y="0"/>
          <a:chExt cx="0" cy="0"/>
        </a:xfrm>
      </p:grpSpPr>
      <p:pic>
        <p:nvPicPr>
          <p:cNvPr id="717" name="Google Shape;717;p30"/>
          <p:cNvPicPr preferRelativeResize="0"/>
          <p:nvPr/>
        </p:nvPicPr>
        <p:blipFill>
          <a:blip r:embed="rId3">
            <a:alphaModFix/>
          </a:blip>
          <a:stretch>
            <a:fillRect/>
          </a:stretch>
        </p:blipFill>
        <p:spPr>
          <a:xfrm>
            <a:off x="-460402" y="0"/>
            <a:ext cx="19205601" cy="10690624"/>
          </a:xfrm>
          <a:prstGeom prst="rect">
            <a:avLst/>
          </a:prstGeom>
          <a:noFill/>
          <a:ln>
            <a:noFill/>
          </a:ln>
        </p:spPr>
      </p:pic>
      <p:pic>
        <p:nvPicPr>
          <p:cNvPr id="718" name="Google Shape;718;p30"/>
          <p:cNvPicPr preferRelativeResize="0"/>
          <p:nvPr/>
        </p:nvPicPr>
        <p:blipFill>
          <a:blip r:embed="rId4">
            <a:alphaModFix/>
          </a:blip>
          <a:stretch>
            <a:fillRect/>
          </a:stretch>
        </p:blipFill>
        <p:spPr>
          <a:xfrm>
            <a:off x="616580" y="521125"/>
            <a:ext cx="17141668" cy="9299051"/>
          </a:xfrm>
          <a:prstGeom prst="rect">
            <a:avLst/>
          </a:prstGeom>
          <a:noFill/>
          <a:ln>
            <a:noFill/>
          </a:ln>
        </p:spPr>
      </p:pic>
      <p:sp>
        <p:nvSpPr>
          <p:cNvPr id="722" name="Google Shape;722;p30"/>
          <p:cNvSpPr txBox="1"/>
          <p:nvPr/>
        </p:nvSpPr>
        <p:spPr>
          <a:xfrm>
            <a:off x="2755047" y="4094225"/>
            <a:ext cx="12651949" cy="2216376"/>
          </a:xfrm>
          <a:prstGeom prst="rect">
            <a:avLst/>
          </a:prstGeom>
          <a:noFill/>
          <a:ln>
            <a:noFill/>
          </a:ln>
        </p:spPr>
        <p:txBody>
          <a:bodyPr spcFirstLastPara="1" wrap="square" lIns="0" tIns="0" rIns="0" bIns="0" anchor="t" anchorCtr="0">
            <a:spAutoFit/>
          </a:bodyPr>
          <a:lstStyle/>
          <a:p>
            <a:pPr marL="0" marR="0" lvl="0" indent="0" algn="ctr" rtl="0">
              <a:lnSpc>
                <a:spcPct val="120005"/>
              </a:lnSpc>
              <a:spcBef>
                <a:spcPts val="0"/>
              </a:spcBef>
              <a:spcAft>
                <a:spcPts val="0"/>
              </a:spcAft>
              <a:buNone/>
            </a:pPr>
            <a:r>
              <a:rPr lang="en-US" sz="12002" dirty="0">
                <a:solidFill>
                  <a:srgbClr val="FFFFFF"/>
                </a:solidFill>
                <a:latin typeface="Teko"/>
                <a:ea typeface="Teko"/>
                <a:cs typeface="Teko"/>
                <a:sym typeface="Teko"/>
              </a:rPr>
              <a:t>THANK YOU</a:t>
            </a:r>
            <a:r>
              <a:rPr lang="en-US" sz="12002" b="0" i="0" u="none" strike="noStrike" cap="none" dirty="0">
                <a:solidFill>
                  <a:srgbClr val="FFFFFF"/>
                </a:solidFill>
                <a:latin typeface="Teko"/>
                <a:ea typeface="Teko"/>
                <a:cs typeface="Teko"/>
                <a:sym typeface="Teko"/>
              </a:rPr>
              <a:t> </a:t>
            </a:r>
            <a:endParaRPr dirty="0"/>
          </a:p>
        </p:txBody>
      </p:sp>
      <p:sp>
        <p:nvSpPr>
          <p:cNvPr id="723" name="Google Shape;723;p30"/>
          <p:cNvSpPr/>
          <p:nvPr/>
        </p:nvSpPr>
        <p:spPr>
          <a:xfrm>
            <a:off x="15406996" y="6451036"/>
            <a:ext cx="1469549" cy="1472226"/>
          </a:xfrm>
          <a:custGeom>
            <a:avLst/>
            <a:gdLst/>
            <a:ahLst/>
            <a:cxnLst/>
            <a:rect l="l" t="t" r="r" b="b"/>
            <a:pathLst>
              <a:path w="1469549" h="1472226" extrusionOk="0">
                <a:moveTo>
                  <a:pt x="0" y="0"/>
                </a:moveTo>
                <a:lnTo>
                  <a:pt x="1469549" y="0"/>
                </a:lnTo>
                <a:lnTo>
                  <a:pt x="1469549" y="1472226"/>
                </a:lnTo>
                <a:lnTo>
                  <a:pt x="0" y="1472226"/>
                </a:lnTo>
                <a:lnTo>
                  <a:pt x="0" y="0"/>
                </a:lnTo>
                <a:close/>
              </a:path>
            </a:pathLst>
          </a:custGeom>
          <a:blipFill rotWithShape="1">
            <a:blip r:embed="rId5">
              <a:alphaModFix/>
            </a:blip>
            <a:stretch>
              <a:fillRect/>
            </a:stretch>
          </a:blipFill>
          <a:ln>
            <a:noFill/>
          </a:ln>
        </p:spPr>
        <p:txBody>
          <a:bodyPr/>
          <a:lstStyle/>
          <a:p>
            <a:endParaRPr lang="en-IN"/>
          </a:p>
        </p:txBody>
      </p:sp>
      <p:pic>
        <p:nvPicPr>
          <p:cNvPr id="724" name="Google Shape;724;p30"/>
          <p:cNvPicPr preferRelativeResize="0"/>
          <p:nvPr/>
        </p:nvPicPr>
        <p:blipFill>
          <a:blip r:embed="rId6">
            <a:alphaModFix/>
          </a:blip>
          <a:stretch>
            <a:fillRect/>
          </a:stretch>
        </p:blipFill>
        <p:spPr>
          <a:xfrm>
            <a:off x="826950" y="1626800"/>
            <a:ext cx="4542549" cy="2349600"/>
          </a:xfrm>
          <a:prstGeom prst="rect">
            <a:avLst/>
          </a:prstGeom>
          <a:noFill/>
          <a:ln>
            <a:noFill/>
          </a:ln>
        </p:spPr>
      </p:pic>
    </p:spTree>
  </p:cSld>
  <p:clrMapOvr>
    <a:masterClrMapping/>
  </p:clrMapOvr>
</p:sld>
</file>

<file path=ppt/theme/theme1.xml><?xml version="1.0" encoding="utf-8"?>
<a:theme xmlns:a="http://schemas.openxmlformats.org/drawingml/2006/main" name="Introduction to Cyber Crime Slides   ">
  <a:themeElements>
    <a:clrScheme name="Office">
      <a:dk1>
        <a:srgbClr val="000000"/>
      </a:dk1>
      <a:lt1>
        <a:srgbClr val="FFFFFF"/>
      </a:lt1>
      <a:dk2>
        <a:srgbClr val="0F1A38"/>
      </a:dk2>
      <a:lt2>
        <a:srgbClr val="5CE1E6"/>
      </a:lt2>
      <a:accent1>
        <a:srgbClr val="06D59F"/>
      </a:accent1>
      <a:accent2>
        <a:srgbClr val="888888"/>
      </a:accent2>
      <a:accent3>
        <a:srgbClr val="FFFFFF"/>
      </a:accent3>
      <a:accent4>
        <a:srgbClr val="0F1A38"/>
      </a:accent4>
      <a:accent5>
        <a:srgbClr val="5CE1E6"/>
      </a:accent5>
      <a:accent6>
        <a:srgbClr val="06D59F"/>
      </a:accent6>
      <a:hlink>
        <a:srgbClr val="888888"/>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TotalTime>
  <Words>1823</Words>
  <Application>Microsoft Office PowerPoint</Application>
  <PresentationFormat>Custom</PresentationFormat>
  <Paragraphs>89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Teko</vt:lpstr>
      <vt:lpstr>Arial</vt:lpstr>
      <vt:lpstr>Calibri</vt:lpstr>
      <vt:lpstr>Montserrat</vt:lpstr>
      <vt:lpstr>Introduction to Cyber Crime Slides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Aaqib Khan</dc:creator>
  <cp:lastModifiedBy>Fionn Finane</cp:lastModifiedBy>
  <cp:revision>11</cp:revision>
  <dcterms:modified xsi:type="dcterms:W3CDTF">2026-02-10T17:08:34Z</dcterms:modified>
</cp:coreProperties>
</file>